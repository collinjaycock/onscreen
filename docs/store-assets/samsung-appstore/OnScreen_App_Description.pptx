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60" r:id="rId5"/>
    <p:sldMasterId id="2147483661" r:id="rId6"/>
  </p:sldMasterIdLst>
  <p:notesMasterIdLst>
    <p:notesMasterId r:id="rId7"/>
  </p:notesMasterIdLst>
  <p:sldIdLst>
    <p:sldId id="257" r:id="rId9"/>
    <p:sldId id="258" r:id="rId10"/>
    <p:sldId id="259" r:id="rId11"/>
    <p:sldId id="268" r:id="rId28"/>
    <p:sldId id="260" r:id="rId12"/>
    <p:sldId id="263" r:id="rId15"/>
    <p:sldId id="269" r:id="rId29"/>
    <p:sldId id="270" r:id="rId30"/>
    <p:sldId id="271" r:id="rId31"/>
    <p:sldId id="272" r:id="rId32"/>
    <p:sldId id="273" r:id="rId33"/>
    <p:sldId id="274" r:id="rId34"/>
    <p:sldId id="275" r:id="rId35"/>
    <p:sldId id="266" r:id="rId18"/>
    <p:sldId id="267" r:id="rId19"/>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5375610-7600-4973-BF82-191DA6F836F1}">
  <a:tblStyle styleId="{25375610-7600-4973-BF82-191DA6F836F1}" styleName="Table_0">
    <a:wholeTbl>
      <a:tcTxStyle b="off" i="off">
        <a:font>
          <a:latin typeface="Constantia"/>
          <a:ea typeface="Constantia"/>
          <a:cs typeface="Constantia"/>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BF5"/>
          </a:solidFill>
        </a:fill>
      </a:tcStyle>
    </a:wholeTbl>
    <a:band1H>
      <a:tcTxStyle/>
      <a:tcStyle>
        <a:fill>
          <a:solidFill>
            <a:srgbClr val="CAD4EA"/>
          </a:solidFill>
        </a:fill>
      </a:tcStyle>
    </a:band1H>
    <a:band2H>
      <a:tcTxStyle/>
    </a:band2H>
    <a:band1V>
      <a:tcTxStyle/>
      <a:tcStyle>
        <a:fill>
          <a:solidFill>
            <a:srgbClr val="CAD4EA"/>
          </a:solidFill>
        </a:fill>
      </a:tcStyle>
    </a:band1V>
    <a:band2V>
      <a:tcTxStyle/>
    </a:band2V>
    <a:lastCol>
      <a:tcTxStyle b="on" i="off">
        <a:font>
          <a:latin typeface="Constantia"/>
          <a:ea typeface="Constantia"/>
          <a:cs typeface="Constantia"/>
        </a:font>
        <a:schemeClr val="lt1"/>
      </a:tcTxStyle>
      <a:tcStyle>
        <a:fill>
          <a:solidFill>
            <a:schemeClr val="accent1"/>
          </a:solidFill>
        </a:fill>
      </a:tcStyle>
    </a:lastCol>
    <a:firstCol>
      <a:tcTxStyle b="on" i="off">
        <a:font>
          <a:latin typeface="Constantia"/>
          <a:ea typeface="Constantia"/>
          <a:cs typeface="Constantia"/>
        </a:font>
        <a:schemeClr val="lt1"/>
      </a:tcTxStyle>
      <a:tcStyle>
        <a:fill>
          <a:solidFill>
            <a:schemeClr val="accent1"/>
          </a:solidFill>
        </a:fill>
      </a:tcStyle>
    </a:firstCol>
    <a:lastRow>
      <a:tcTxStyle b="on" i="off">
        <a:font>
          <a:latin typeface="Constantia"/>
          <a:ea typeface="Constantia"/>
          <a:cs typeface="Constantia"/>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onstantia"/>
          <a:ea typeface="Constantia"/>
          <a:cs typeface="Constantia"/>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F0D7D541-CF8F-4543-9F64-9DD65BD08CB1}"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5.xml"/><Relationship Id="rId15" Type="http://schemas.openxmlformats.org/officeDocument/2006/relationships/slide" Target="slides/slide6.xml"/><Relationship Id="rId18" Type="http://schemas.openxmlformats.org/officeDocument/2006/relationships/slide" Target="slides/slide14.xml"/><Relationship Id="rId19" Type="http://schemas.openxmlformats.org/officeDocument/2006/relationships/slide" Target="slides/slide15.xml"/><Relationship Id="rId28" Type="http://schemas.openxmlformats.org/officeDocument/2006/relationships/slide" Target="slides/slide4.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16" name="Shape 16"/>
        <p:cNvGrpSpPr/>
        <p:nvPr/>
      </p:nvGrpSpPr>
      <p:grpSpPr>
        <a:xfrm>
          <a:off x="0" y="0"/>
          <a:ext cx="0" cy="0"/>
          <a:chOff x="0" y="0"/>
          <a:chExt cx="0" cy="0"/>
        </a:xfrm>
      </p:grpSpPr>
      <p:sp>
        <p:nvSpPr>
          <p:cNvPr id="17" name="Google Shape;17;p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9" name="Google Shape;19;p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22" name="Shape 22"/>
        <p:cNvGrpSpPr/>
        <p:nvPr/>
      </p:nvGrpSpPr>
      <p:grpSpPr>
        <a:xfrm>
          <a:off x="0" y="0"/>
          <a:ext cx="0" cy="0"/>
          <a:chOff x="0" y="0"/>
          <a:chExt cx="0" cy="0"/>
        </a:xfrm>
      </p:grpSpPr>
      <p:sp>
        <p:nvSpPr>
          <p:cNvPr id="23" name="Google Shape;23;p3"/>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3"/>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25" name="Google Shape;25;p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gradFill>
          <a:gsLst>
            <a:gs pos="0">
              <a:srgbClr val="439FD7"/>
            </a:gs>
            <a:gs pos="25000">
              <a:srgbClr val="4397CA"/>
            </a:gs>
            <a:gs pos="100000">
              <a:srgbClr val="00466A"/>
            </a:gs>
          </a:gsLst>
          <a:path path="circle">
            <a:fillToRect b="50%" l="50%" r="50%" t="50%"/>
          </a:path>
          <a:tileRect/>
        </a:gradFill>
      </p:bgPr>
    </p:bg>
    <p:spTree>
      <p:nvGrpSpPr>
        <p:cNvPr id="28" name="Shape 28"/>
        <p:cNvGrpSpPr/>
        <p:nvPr/>
      </p:nvGrpSpPr>
      <p:grpSpPr>
        <a:xfrm>
          <a:off x="0" y="0"/>
          <a:ext cx="0" cy="0"/>
          <a:chOff x="0" y="0"/>
          <a:chExt cx="0" cy="0"/>
        </a:xfrm>
      </p:grpSpPr>
      <p:sp>
        <p:nvSpPr>
          <p:cNvPr id="29" name="Google Shape;29;p4"/>
          <p:cNvSpPr txBox="1"/>
          <p:nvPr>
            <p:ph type="title"/>
          </p:nvPr>
        </p:nvSpPr>
        <p:spPr>
          <a:xfrm>
            <a:off x="530352" y="1316736"/>
            <a:ext cx="7772400" cy="1362456"/>
          </a:xfrm>
          <a:prstGeom prst="rect">
            <a:avLst/>
          </a:prstGeom>
          <a:noFill/>
          <a:ln>
            <a:noFill/>
          </a:ln>
        </p:spPr>
        <p:txBody>
          <a:bodyPr anchorCtr="0" anchor="b" bIns="0" lIns="0" spcFirstLastPara="1" rIns="0" wrap="square" tIns="0">
            <a:noAutofit/>
          </a:bodyPr>
          <a:lstStyle>
            <a:lvl1pPr lvl="0" algn="l">
              <a:spcBef>
                <a:spcPts val="0"/>
              </a:spcBef>
              <a:spcAft>
                <a:spcPts val="0"/>
              </a:spcAft>
              <a:buClr>
                <a:srgbClr val="4AE3AC"/>
              </a:buClr>
              <a:buSzPts val="5600"/>
              <a:buFont typeface="Calibri"/>
              <a:buNone/>
              <a:defRPr b="1" sz="5600" cap="none">
                <a:solidFill>
                  <a:srgbClr val="4AE3AC"/>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body"/>
          </p:nvPr>
        </p:nvSpPr>
        <p:spPr>
          <a:xfrm>
            <a:off x="530352" y="2704664"/>
            <a:ext cx="7772400" cy="1509712"/>
          </a:xfrm>
          <a:prstGeom prst="rect">
            <a:avLst/>
          </a:prstGeom>
          <a:noFill/>
          <a:ln>
            <a:noFill/>
          </a:ln>
        </p:spPr>
        <p:txBody>
          <a:bodyPr anchorCtr="0" anchor="t" bIns="45700" lIns="45700" spcFirstLastPara="1" rIns="45700" wrap="square" tIns="45700">
            <a:normAutofit/>
          </a:bodyPr>
          <a:lstStyle>
            <a:lvl1pPr indent="-228600" lvl="0" marL="457200" algn="l">
              <a:spcBef>
                <a:spcPts val="440"/>
              </a:spcBef>
              <a:spcAft>
                <a:spcPts val="0"/>
              </a:spcAft>
              <a:buSzPts val="2090"/>
              <a:buNone/>
              <a:defRPr sz="2200">
                <a:solidFill>
                  <a:schemeClr val="lt1"/>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120"/>
              <a:buNone/>
              <a:defRPr sz="1600">
                <a:solidFill>
                  <a:schemeClr val="lt1"/>
                </a:solidFill>
              </a:defRPr>
            </a:lvl3pPr>
            <a:lvl4pPr indent="-228600" lvl="3" marL="1828800" algn="l">
              <a:spcBef>
                <a:spcPts val="280"/>
              </a:spcBef>
              <a:spcAft>
                <a:spcPts val="0"/>
              </a:spcAft>
              <a:buSzPts val="910"/>
              <a:buNone/>
              <a:defRPr sz="1400">
                <a:solidFill>
                  <a:schemeClr val="lt1"/>
                </a:solidFill>
              </a:defRPr>
            </a:lvl4pPr>
            <a:lvl5pPr indent="-228600" lvl="4" marL="2286000" algn="l">
              <a:spcBef>
                <a:spcPts val="280"/>
              </a:spcBef>
              <a:spcAft>
                <a:spcPts val="0"/>
              </a:spcAft>
              <a:buSzPts val="910"/>
              <a:buNone/>
              <a:defRPr sz="1400">
                <a:solidFill>
                  <a:schemeClr val="lt1"/>
                </a:solidFill>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type="twoObj">
  <p:cSld name="TWO_OBJECTS">
    <p:spTree>
      <p:nvGrpSpPr>
        <p:cNvPr id="34" name="Shape 34"/>
        <p:cNvGrpSpPr/>
        <p:nvPr/>
      </p:nvGrpSpPr>
      <p:grpSpPr>
        <a:xfrm>
          <a:off x="0" y="0"/>
          <a:ext cx="0" cy="0"/>
          <a:chOff x="0" y="0"/>
          <a:chExt cx="0" cy="0"/>
        </a:xfrm>
      </p:grpSpPr>
      <p:sp>
        <p:nvSpPr>
          <p:cNvPr id="35" name="Google Shape;35;p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7" name="Google Shape;37;p5"/>
          <p:cNvSpPr txBox="1"/>
          <p:nvPr>
            <p:ph idx="2" type="body"/>
          </p:nvPr>
        </p:nvSpPr>
        <p:spPr>
          <a:xfrm>
            <a:off x="4648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8" name="Google Shape;38;p5"/>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5"/>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비교" type="twoTxTwoObj">
  <p:cSld name="TWO_OBJECTS_WITH_TEXT">
    <p:spTree>
      <p:nvGrpSpPr>
        <p:cNvPr id="41" name="Shape 41"/>
        <p:cNvGrpSpPr/>
        <p:nvPr/>
      </p:nvGrpSpPr>
      <p:grpSpPr>
        <a:xfrm>
          <a:off x="0" y="0"/>
          <a:ext cx="0" cy="0"/>
          <a:chOff x="0" y="0"/>
          <a:chExt cx="0" cy="0"/>
        </a:xfrm>
      </p:grpSpPr>
      <p:sp>
        <p:nvSpPr>
          <p:cNvPr id="42" name="Google Shape;42;p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40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6"/>
          <p:cNvSpPr txBox="1"/>
          <p:nvPr>
            <p:ph idx="1" type="body"/>
          </p:nvPr>
        </p:nvSpPr>
        <p:spPr>
          <a:xfrm>
            <a:off x="457200" y="1855248"/>
            <a:ext cx="4040188" cy="659352"/>
          </a:xfrm>
          <a:prstGeom prst="rect">
            <a:avLst/>
          </a:prstGeom>
          <a:noFill/>
          <a:ln>
            <a:noFill/>
          </a:ln>
        </p:spPr>
        <p:txBody>
          <a:bodyPr anchorCtr="0" anchor="ctr" bIns="0" lIns="45700" spcFirstLastPara="1" rIns="45700" wrap="square" tIns="0">
            <a:no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4" name="Google Shape;44;p6"/>
          <p:cNvSpPr txBox="1"/>
          <p:nvPr>
            <p:ph idx="2" type="body"/>
          </p:nvPr>
        </p:nvSpPr>
        <p:spPr>
          <a:xfrm>
            <a:off x="4645025" y="1859757"/>
            <a:ext cx="4041775" cy="654843"/>
          </a:xfrm>
          <a:prstGeom prst="rect">
            <a:avLst/>
          </a:prstGeom>
          <a:noFill/>
          <a:ln>
            <a:noFill/>
          </a:ln>
        </p:spPr>
        <p:txBody>
          <a:bodyPr anchorCtr="0" anchor="ctr" bIns="0" lIns="45700" spcFirstLastPara="1" rIns="45700" wrap="square" tIns="0">
            <a:norm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5" name="Google Shape;45;p6"/>
          <p:cNvSpPr txBox="1"/>
          <p:nvPr>
            <p:ph idx="3" type="body"/>
          </p:nvPr>
        </p:nvSpPr>
        <p:spPr>
          <a:xfrm>
            <a:off x="457200" y="2514600"/>
            <a:ext cx="4040188"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6" name="Google Shape;46;p6"/>
          <p:cNvSpPr txBox="1"/>
          <p:nvPr>
            <p:ph idx="4" type="body"/>
          </p:nvPr>
        </p:nvSpPr>
        <p:spPr>
          <a:xfrm>
            <a:off x="4645025" y="2514600"/>
            <a:ext cx="4041775"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7" name="Google Shape;47;p6"/>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6"/>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type="titleOnly">
  <p:cSld name="TITLE_ONLY">
    <p:spTree>
      <p:nvGrpSpPr>
        <p:cNvPr id="50" name="Shape 50"/>
        <p:cNvGrpSpPr/>
        <p:nvPr/>
      </p:nvGrpSpPr>
      <p:grpSpPr>
        <a:xfrm>
          <a:off x="0" y="0"/>
          <a:ext cx="0" cy="0"/>
          <a:chOff x="0" y="0"/>
          <a:chExt cx="0" cy="0"/>
        </a:xfrm>
      </p:grpSpPr>
      <p:sp>
        <p:nvSpPr>
          <p:cNvPr id="51" name="Google Shape;51;p7"/>
          <p:cNvSpPr txBox="1"/>
          <p:nvPr>
            <p:ph type="title"/>
          </p:nvPr>
        </p:nvSpPr>
        <p:spPr>
          <a:xfrm>
            <a:off x="457200" y="704088"/>
            <a:ext cx="83058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5000"/>
              <a:buFont typeface="Calibri"/>
              <a:buNone/>
              <a:defRPr b="0" sz="50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7"/>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7"/>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55" name="Shape 55"/>
        <p:cNvGrpSpPr/>
        <p:nvPr/>
      </p:nvGrpSpPr>
      <p:grpSpPr>
        <a:xfrm>
          <a:off x="0" y="0"/>
          <a:ext cx="0" cy="0"/>
          <a:chOff x="0" y="0"/>
          <a:chExt cx="0" cy="0"/>
        </a:xfrm>
      </p:grpSpPr>
      <p:sp>
        <p:nvSpPr>
          <p:cNvPr id="56" name="Google Shape;56;p8"/>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8"/>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콘텐츠" type="objTx">
  <p:cSld name="OBJECT_WITH_CAPTION_TEXT">
    <p:spTree>
      <p:nvGrpSpPr>
        <p:cNvPr id="59" name="Shape 59"/>
        <p:cNvGrpSpPr/>
        <p:nvPr/>
      </p:nvGrpSpPr>
      <p:grpSpPr>
        <a:xfrm>
          <a:off x="0" y="0"/>
          <a:ext cx="0" cy="0"/>
          <a:chOff x="0" y="0"/>
          <a:chExt cx="0" cy="0"/>
        </a:xfrm>
      </p:grpSpPr>
      <p:sp>
        <p:nvSpPr>
          <p:cNvPr id="60" name="Google Shape;60;p9"/>
          <p:cNvSpPr txBox="1"/>
          <p:nvPr>
            <p:ph type="title"/>
          </p:nvPr>
        </p:nvSpPr>
        <p:spPr>
          <a:xfrm>
            <a:off x="685800" y="514352"/>
            <a:ext cx="2743200" cy="1162050"/>
          </a:xfrm>
          <a:prstGeom prst="rect">
            <a:avLst/>
          </a:prstGeom>
          <a:noFill/>
          <a:ln>
            <a:noFill/>
          </a:ln>
        </p:spPr>
        <p:txBody>
          <a:bodyPr anchorCtr="0" anchor="b" bIns="0" lIns="0" spcFirstLastPara="1" rIns="0" wrap="square" tIns="45700">
            <a:noAutofit/>
          </a:bodyPr>
          <a:lstStyle>
            <a:lvl1pPr lvl="0" algn="l">
              <a:spcBef>
                <a:spcPts val="0"/>
              </a:spcBef>
              <a:spcAft>
                <a:spcPts val="0"/>
              </a:spcAft>
              <a:buClr>
                <a:schemeClr val="dk2"/>
              </a:buClr>
              <a:buSzPts val="2600"/>
              <a:buFont typeface="Calibri"/>
              <a:buNone/>
              <a:defRPr b="0" sz="26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9"/>
          <p:cNvSpPr txBox="1"/>
          <p:nvPr>
            <p:ph idx="1" type="body"/>
          </p:nvPr>
        </p:nvSpPr>
        <p:spPr>
          <a:xfrm>
            <a:off x="685800" y="1676400"/>
            <a:ext cx="2743200" cy="4572000"/>
          </a:xfrm>
          <a:prstGeom prst="rect">
            <a:avLst/>
          </a:prstGeom>
          <a:noFill/>
          <a:ln>
            <a:noFill/>
          </a:ln>
        </p:spPr>
        <p:txBody>
          <a:bodyPr anchorCtr="0" anchor="t" bIns="45700" lIns="18275" spcFirstLastPara="1" rIns="18275" wrap="square" tIns="45700">
            <a:normAutofit/>
          </a:bodyPr>
          <a:lstStyle>
            <a:lvl1pPr indent="-228600" lvl="0" marL="457200" algn="l">
              <a:spcBef>
                <a:spcPts val="280"/>
              </a:spcBef>
              <a:spcAft>
                <a:spcPts val="0"/>
              </a:spcAft>
              <a:buSzPts val="133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700"/>
              <a:buNone/>
              <a:defRPr sz="1000"/>
            </a:lvl3pPr>
            <a:lvl4pPr indent="-228600" lvl="3" marL="1828800" algn="l">
              <a:spcBef>
                <a:spcPts val="180"/>
              </a:spcBef>
              <a:spcAft>
                <a:spcPts val="0"/>
              </a:spcAft>
              <a:buSzPts val="585"/>
              <a:buNone/>
              <a:defRPr sz="900"/>
            </a:lvl4pPr>
            <a:lvl5pPr indent="-228600" lvl="4" marL="2286000" algn="l">
              <a:spcBef>
                <a:spcPts val="180"/>
              </a:spcBef>
              <a:spcAft>
                <a:spcPts val="0"/>
              </a:spcAft>
              <a:buSzPts val="585"/>
              <a:buNone/>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2" name="Google Shape;62;p9"/>
          <p:cNvSpPr txBox="1"/>
          <p:nvPr>
            <p:ph idx="2" type="body"/>
          </p:nvPr>
        </p:nvSpPr>
        <p:spPr>
          <a:xfrm>
            <a:off x="3575050" y="1676400"/>
            <a:ext cx="5111750" cy="4572000"/>
          </a:xfrm>
          <a:prstGeom prst="rect">
            <a:avLst/>
          </a:prstGeom>
          <a:noFill/>
          <a:ln>
            <a:noFill/>
          </a:ln>
        </p:spPr>
        <p:txBody>
          <a:bodyPr anchorCtr="0" anchor="t" bIns="45700" lIns="91425" spcFirstLastPara="1" rIns="91425" wrap="square" tIns="0">
            <a:normAutofit/>
          </a:bodyPr>
          <a:lstStyle>
            <a:lvl1pPr indent="-397510" lvl="0" marL="457200" algn="l">
              <a:spcBef>
                <a:spcPts val="560"/>
              </a:spcBef>
              <a:spcAft>
                <a:spcPts val="0"/>
              </a:spcAft>
              <a:buSzPts val="2660"/>
              <a:buChar char="⚫"/>
              <a:defRPr sz="2800"/>
            </a:lvl1pPr>
            <a:lvl2pPr indent="-368935" lvl="1" marL="914400" algn="l">
              <a:spcBef>
                <a:spcPts val="520"/>
              </a:spcBef>
              <a:spcAft>
                <a:spcPts val="0"/>
              </a:spcAft>
              <a:buSzPts val="2210"/>
              <a:buChar char="⚫"/>
              <a:defRPr sz="2600"/>
            </a:lvl2pPr>
            <a:lvl3pPr indent="-335280" lvl="2" marL="1371600" algn="l">
              <a:spcBef>
                <a:spcPts val="480"/>
              </a:spcBef>
              <a:spcAft>
                <a:spcPts val="0"/>
              </a:spcAft>
              <a:buSzPts val="1680"/>
              <a:buChar char="⚫"/>
              <a:defRPr sz="2400"/>
            </a:lvl3pPr>
            <a:lvl4pPr indent="-311150" lvl="3" marL="1828800" algn="l">
              <a:spcBef>
                <a:spcPts val="400"/>
              </a:spcBef>
              <a:spcAft>
                <a:spcPts val="0"/>
              </a:spcAft>
              <a:buSzPts val="1300"/>
              <a:buChar char="⚫"/>
              <a:defRPr sz="2000"/>
            </a:lvl4pPr>
            <a:lvl5pPr indent="-302895" lvl="4" marL="2286000" algn="l">
              <a:spcBef>
                <a:spcPts val="360"/>
              </a:spcBef>
              <a:spcAft>
                <a:spcPts val="0"/>
              </a:spcAft>
              <a:buSzPts val="1170"/>
              <a:buChar char="⚫"/>
              <a:defRPr sz="18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3" name="Google Shape;63;p9"/>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9"/>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그림" showMasterSp="0" type="picTx">
  <p:cSld name="PICTURE_WITH_CAPTION_TEXT">
    <p:spTree>
      <p:nvGrpSpPr>
        <p:cNvPr id="66" name="Shape 66"/>
        <p:cNvGrpSpPr/>
        <p:nvPr/>
      </p:nvGrpSpPr>
      <p:grpSpPr>
        <a:xfrm>
          <a:off x="0" y="0"/>
          <a:ext cx="0" cy="0"/>
          <a:chOff x="0" y="0"/>
          <a:chExt cx="0" cy="0"/>
        </a:xfrm>
      </p:grpSpPr>
      <p:sp>
        <p:nvSpPr>
          <p:cNvPr id="67" name="Google Shape;67;p10"/>
          <p:cNvSpPr/>
          <p:nvPr/>
        </p:nvSpPr>
        <p:spPr>
          <a:xfrm flipH="1" rot="-10380000">
            <a:off x="3165753" y="1108077"/>
            <a:ext cx="5257800" cy="4114800"/>
          </a:xfrm>
          <a:prstGeom prst="snipRoundRect">
            <a:avLst>
              <a:gd fmla="val 0" name="adj1"/>
              <a:gd fmla="val 3646" name="adj2"/>
            </a:avLst>
          </a:prstGeom>
          <a:solidFill>
            <a:srgbClr val="FFFFFF"/>
          </a:solidFill>
          <a:ln cap="rnd" cmpd="sng" w="9525">
            <a:solidFill>
              <a:srgbClr val="C0C0C0"/>
            </a:solidFill>
            <a:prstDash val="solid"/>
            <a:round/>
            <a:headEnd len="sm" w="sm" type="none"/>
            <a:tailEnd len="sm" w="sm" type="none"/>
          </a:ln>
          <a:effectLst>
            <a:outerShdw blurRad="63500" sx="98500" kx="100000" rotWithShape="0" algn="tl" dir="7500000" dist="38500" sy="100080">
              <a:srgbClr val="000000">
                <a:alpha val="24705"/>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8" name="Google Shape;68;p10"/>
          <p:cNvSpPr/>
          <p:nvPr/>
        </p:nvSpPr>
        <p:spPr>
          <a:xfrm flipH="1" rot="-10380000">
            <a:off x="8004134" y="5359769"/>
            <a:ext cx="155448" cy="155448"/>
          </a:xfrm>
          <a:prstGeom prst="rtTriangle">
            <a:avLst/>
          </a:prstGeom>
          <a:solidFill>
            <a:srgbClr val="FFFFFF"/>
          </a:solidFill>
          <a:ln cap="flat" cmpd="sng" w="12700">
            <a:solidFill>
              <a:srgbClr val="FFFFFF"/>
            </a:solidFill>
            <a:prstDash val="solid"/>
            <a:bevel/>
            <a:headEnd len="sm" w="sm" type="none"/>
            <a:tailEnd len="sm" w="sm" type="none"/>
          </a:ln>
          <a:effectLst>
            <a:outerShdw blurRad="19685" rotWithShape="0" algn="tl" dir="12900000" dist="6350">
              <a:srgbClr val="000000">
                <a:alpha val="4666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9" name="Google Shape;69;p10"/>
          <p:cNvSpPr txBox="1"/>
          <p:nvPr>
            <p:ph type="title"/>
          </p:nvPr>
        </p:nvSpPr>
        <p:spPr>
          <a:xfrm>
            <a:off x="609600" y="1176996"/>
            <a:ext cx="2212848" cy="1582621"/>
          </a:xfrm>
          <a:prstGeom prst="rect">
            <a:avLst/>
          </a:prstGeom>
          <a:noFill/>
          <a:ln>
            <a:noFill/>
          </a:ln>
        </p:spPr>
        <p:txBody>
          <a:bodyPr anchorCtr="0" anchor="b" bIns="45700" lIns="45700" spcFirstLastPara="1" rIns="45700" wrap="square" tIns="45700">
            <a:normAutofit/>
          </a:bodyPr>
          <a:lstStyle>
            <a:lvl1pPr lvl="0" algn="l">
              <a:spcBef>
                <a:spcPts val="0"/>
              </a:spcBef>
              <a:spcAft>
                <a:spcPts val="0"/>
              </a:spcAft>
              <a:buClr>
                <a:schemeClr val="dk2"/>
              </a:buClr>
              <a:buSzPts val="2000"/>
              <a:buFont typeface="Calibri"/>
              <a:buNone/>
              <a:defRPr b="1" sz="2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0"/>
          <p:cNvSpPr txBox="1"/>
          <p:nvPr>
            <p:ph idx="1" type="body"/>
          </p:nvPr>
        </p:nvSpPr>
        <p:spPr>
          <a:xfrm>
            <a:off x="609600" y="2828785"/>
            <a:ext cx="2209800" cy="2179320"/>
          </a:xfrm>
          <a:prstGeom prst="rect">
            <a:avLst/>
          </a:prstGeom>
          <a:noFill/>
          <a:ln>
            <a:noFill/>
          </a:ln>
        </p:spPr>
        <p:txBody>
          <a:bodyPr anchorCtr="0" anchor="t" bIns="45700" lIns="64000" spcFirstLastPara="1" rIns="45700" wrap="square" tIns="45700">
            <a:normAutofit/>
          </a:bodyPr>
          <a:lstStyle>
            <a:lvl1pPr indent="-228600" lvl="0" marL="457200" algn="l">
              <a:spcBef>
                <a:spcPts val="250"/>
              </a:spcBef>
              <a:spcAft>
                <a:spcPts val="0"/>
              </a:spcAft>
              <a:buSzPts val="1235"/>
              <a:buFont typeface="Constantia"/>
              <a:buNone/>
              <a:defRPr sz="1300"/>
            </a:lvl1pPr>
            <a:lvl2pPr indent="-293369" lvl="1" marL="914400" algn="l">
              <a:spcBef>
                <a:spcPts val="240"/>
              </a:spcBef>
              <a:spcAft>
                <a:spcPts val="0"/>
              </a:spcAft>
              <a:buSzPts val="1020"/>
              <a:buChar char="⚫"/>
              <a:defRPr sz="1200"/>
            </a:lvl2pPr>
            <a:lvl3pPr indent="-273050" lvl="2" marL="1371600" algn="l">
              <a:spcBef>
                <a:spcPts val="200"/>
              </a:spcBef>
              <a:spcAft>
                <a:spcPts val="0"/>
              </a:spcAft>
              <a:buSzPts val="700"/>
              <a:buChar char="⚫"/>
              <a:defRPr sz="1000"/>
            </a:lvl3pPr>
            <a:lvl4pPr indent="-265747" lvl="3" marL="1828800" algn="l">
              <a:spcBef>
                <a:spcPts val="180"/>
              </a:spcBef>
              <a:spcAft>
                <a:spcPts val="0"/>
              </a:spcAft>
              <a:buSzPts val="585"/>
              <a:buChar char="⚫"/>
              <a:defRPr sz="900"/>
            </a:lvl4pPr>
            <a:lvl5pPr indent="-265747" lvl="4" marL="2286000" algn="l">
              <a:spcBef>
                <a:spcPts val="180"/>
              </a:spcBef>
              <a:spcAft>
                <a:spcPts val="0"/>
              </a:spcAft>
              <a:buSzPts val="585"/>
              <a:buChar char="⚫"/>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1" name="Google Shape;71;p10"/>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0"/>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0"/>
          <p:cNvSpPr txBox="1"/>
          <p:nvPr>
            <p:ph idx="12" type="sldNum"/>
          </p:nvPr>
        </p:nvSpPr>
        <p:spPr>
          <a:xfrm>
            <a:off x="8077200" y="6356350"/>
            <a:ext cx="6096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74" name="Google Shape;74;p10"/>
          <p:cNvSpPr/>
          <p:nvPr>
            <p:ph idx="2" type="pic"/>
          </p:nvPr>
        </p:nvSpPr>
        <p:spPr>
          <a:xfrm rot="420000">
            <a:off x="3485793" y="1199517"/>
            <a:ext cx="4617720" cy="3931920"/>
          </a:xfrm>
          <a:prstGeom prst="rect">
            <a:avLst/>
          </a:prstGeom>
          <a:solidFill>
            <a:schemeClr val="lt2"/>
          </a:solidFill>
          <a:ln cap="rnd" cmpd="sng" w="9525">
            <a:solidFill>
              <a:srgbClr val="C0C0C0"/>
            </a:solidFill>
            <a:prstDash val="solid"/>
            <a:round/>
            <a:headEnd len="sm" w="sm" type="none"/>
            <a:tailEnd len="sm" w="sm" type="none"/>
          </a:ln>
        </p:spPr>
      </p:sp>
      <p:sp>
        <p:nvSpPr>
          <p:cNvPr id="75" name="Google Shape;75;p10"/>
          <p:cNvSpPr/>
          <p:nvPr/>
        </p:nvSpPr>
        <p:spPr>
          <a:xfrm flipH="1" rot="10800000">
            <a:off x="-9525" y="5816600"/>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76" name="Google Shape;76;p10"/>
          <p:cNvSpPr/>
          <p:nvPr/>
        </p:nvSpPr>
        <p:spPr>
          <a:xfrm flipH="1" rot="10800000">
            <a:off x="4381500" y="6219825"/>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세로 텍스트" type="vertTx">
  <p:cSld name="VERTICAL_TEXT">
    <p:spTree>
      <p:nvGrpSpPr>
        <p:cNvPr id="77" name="Shape 77"/>
        <p:cNvGrpSpPr/>
        <p:nvPr/>
      </p:nvGrpSpPr>
      <p:grpSpPr>
        <a:xfrm>
          <a:off x="0" y="0"/>
          <a:ext cx="0" cy="0"/>
          <a:chOff x="0" y="0"/>
          <a:chExt cx="0" cy="0"/>
        </a:xfrm>
      </p:grpSpPr>
      <p:sp>
        <p:nvSpPr>
          <p:cNvPr id="78" name="Google Shape;78;p1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1"/>
          <p:cNvSpPr txBox="1"/>
          <p:nvPr>
            <p:ph idx="1" type="body"/>
          </p:nvPr>
        </p:nvSpPr>
        <p:spPr>
          <a:xfrm rot="5400000">
            <a:off x="2377440" y="15240"/>
            <a:ext cx="4389120" cy="82296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0" name="Google Shape;80;p1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세로 제목 및 텍스트" type="vertTitleAndTx">
  <p:cSld name="VERTICAL_TITLE_AND_VERTICAL_TEXT">
    <p:spTree>
      <p:nvGrpSpPr>
        <p:cNvPr id="83" name="Shape 83"/>
        <p:cNvGrpSpPr/>
        <p:nvPr/>
      </p:nvGrpSpPr>
      <p:grpSpPr>
        <a:xfrm>
          <a:off x="0" y="0"/>
          <a:ext cx="0" cy="0"/>
          <a:chOff x="0" y="0"/>
          <a:chExt cx="0" cy="0"/>
        </a:xfrm>
      </p:grpSpPr>
      <p:sp>
        <p:nvSpPr>
          <p:cNvPr id="84" name="Google Shape;84;p12"/>
          <p:cNvSpPr txBox="1"/>
          <p:nvPr>
            <p:ph type="title"/>
          </p:nvPr>
        </p:nvSpPr>
        <p:spPr>
          <a:xfrm rot="5400000">
            <a:off x="5052219" y="2491582"/>
            <a:ext cx="5211763" cy="20574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2"/>
          <p:cNvSpPr txBox="1"/>
          <p:nvPr>
            <p:ph idx="1" type="body"/>
          </p:nvPr>
        </p:nvSpPr>
        <p:spPr>
          <a:xfrm rot="5400000">
            <a:off x="861219" y="510382"/>
            <a:ext cx="5211763" cy="60198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6" name="Google Shape;86;p1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100" name="Shape 100"/>
        <p:cNvGrpSpPr/>
        <p:nvPr/>
      </p:nvGrpSpPr>
      <p:grpSpPr>
        <a:xfrm>
          <a:off x="0" y="0"/>
          <a:ext cx="0" cy="0"/>
          <a:chOff x="0" y="0"/>
          <a:chExt cx="0" cy="0"/>
        </a:xfrm>
      </p:grpSpPr>
      <p:sp>
        <p:nvSpPr>
          <p:cNvPr id="101" name="Google Shape;101;p14"/>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2" name="Google Shape;102;p14"/>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103" name="Google Shape;103;p1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1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1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5" name="Shape 5"/>
        <p:cNvGrpSpPr/>
        <p:nvPr/>
      </p:nvGrpSpPr>
      <p:grpSpPr>
        <a:xfrm>
          <a:off x="0" y="0"/>
          <a:ext cx="0" cy="0"/>
          <a:chOff x="0" y="0"/>
          <a:chExt cx="0" cy="0"/>
        </a:xfrm>
      </p:grpSpPr>
      <p:sp>
        <p:nvSpPr>
          <p:cNvPr id="6" name="Google Shape;6;p1"/>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7" name="Google Shape;7;p1"/>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8" name="Google Shape;8;p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dk2"/>
              </a:buClr>
              <a:buSzPts val="4000"/>
              <a:buFont typeface="Calibri"/>
              <a:buNone/>
              <a:defRPr b="0" i="0" sz="4000" u="none" cap="none" strike="noStrike">
                <a:solidFill>
                  <a:schemeClr val="dk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1"/>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Arial"/>
              <a:buChar char="⚫"/>
              <a:defRPr b="0" i="0" sz="2600" u="none" cap="none" strike="noStrike">
                <a:solidFill>
                  <a:schemeClr val="dk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Arial"/>
              <a:buChar char="⚫"/>
              <a:defRPr b="0" i="0" sz="2400" u="none" cap="none" strike="noStrike">
                <a:solidFill>
                  <a:schemeClr val="dk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Arial"/>
              <a:buChar char="⚫"/>
              <a:defRPr b="0" i="0" sz="2100" u="none" cap="none" strike="noStrike">
                <a:solidFill>
                  <a:schemeClr val="dk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Arial"/>
              <a:buChar char="⚫"/>
              <a:defRPr b="0" i="0" sz="1800" u="none" cap="none" strike="noStrike">
                <a:solidFill>
                  <a:schemeClr val="dk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Arial"/>
              <a:buChar char="⚫"/>
              <a:defRPr b="0" i="0" sz="1600" u="none" cap="none" strike="noStrike">
                <a:solidFill>
                  <a:schemeClr val="dk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Arial"/>
              <a:buChar char="⚫"/>
              <a:defRPr b="0" i="0" sz="1800" u="none" cap="none" strike="noStrike">
                <a:solidFill>
                  <a:schemeClr val="dk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Arial"/>
              <a:buChar char="⚫"/>
              <a:defRPr b="0" i="0" sz="1600" u="none" cap="none" strike="noStrike">
                <a:solidFill>
                  <a:schemeClr val="dk1"/>
                </a:solidFill>
                <a:latin typeface="Constantia"/>
                <a:ea typeface="Constantia"/>
                <a:cs typeface="Constantia"/>
                <a:sym typeface="Constantia"/>
              </a:defRPr>
            </a:lvl7pPr>
            <a:lvl8pPr indent="-330200" lvl="7" marL="3657600" marR="0" rtl="0" algn="l">
              <a:spcBef>
                <a:spcPts val="320"/>
              </a:spcBef>
              <a:spcAft>
                <a:spcPts val="0"/>
              </a:spcAft>
              <a:buClr>
                <a:schemeClr val="dk2"/>
              </a:buClr>
              <a:buSzPts val="1600"/>
              <a:buFont typeface="Constantia"/>
              <a:buChar char="•"/>
              <a:defRPr b="0" i="0" sz="1600" u="none" cap="none" strike="noStrike">
                <a:solidFill>
                  <a:schemeClr val="dk1"/>
                </a:solidFill>
                <a:latin typeface="Constantia"/>
                <a:ea typeface="Constantia"/>
                <a:cs typeface="Constantia"/>
                <a:sym typeface="Constantia"/>
              </a:defRPr>
            </a:lvl8pPr>
            <a:lvl9pPr indent="-317500" lvl="8" marL="4114800" marR="0" rtl="0" algn="l">
              <a:spcBef>
                <a:spcPts val="280"/>
              </a:spcBef>
              <a:spcAft>
                <a:spcPts val="0"/>
              </a:spcAft>
              <a:buClr>
                <a:schemeClr val="dk2"/>
              </a:buClr>
              <a:buSzPts val="1400"/>
              <a:buFont typeface="Constantia"/>
              <a:buChar char="•"/>
              <a:defRPr b="0" i="0" sz="1400" u="none" cap="none" strike="noStrike">
                <a:solidFill>
                  <a:schemeClr val="dk1"/>
                </a:solidFill>
                <a:latin typeface="Constantia"/>
                <a:ea typeface="Constantia"/>
                <a:cs typeface="Constantia"/>
                <a:sym typeface="Constantia"/>
              </a:defRPr>
            </a:lvl9pPr>
          </a:lstStyle>
          <a:p/>
        </p:txBody>
      </p:sp>
      <p:sp>
        <p:nvSpPr>
          <p:cNvPr id="10" name="Google Shape;10;p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1" name="Google Shape;11;p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2" name="Google Shape;12;p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i="0" sz="1200" u="none" cap="none" strike="noStrike">
                <a:solidFill>
                  <a:srgbClr val="035C75"/>
                </a:solidFill>
                <a:latin typeface="Constantia"/>
                <a:ea typeface="Constantia"/>
                <a:cs typeface="Constantia"/>
                <a:sym typeface="Constantia"/>
              </a:defRPr>
            </a:lvl1pPr>
            <a:lvl2pPr indent="0" lvl="1" marL="0" marR="0" rtl="0" algn="r">
              <a:spcBef>
                <a:spcPts val="0"/>
              </a:spcBef>
              <a:buNone/>
              <a:defRPr b="0" i="0" sz="1200" u="none" cap="none" strike="noStrike">
                <a:solidFill>
                  <a:srgbClr val="035C75"/>
                </a:solidFill>
                <a:latin typeface="Constantia"/>
                <a:ea typeface="Constantia"/>
                <a:cs typeface="Constantia"/>
                <a:sym typeface="Constantia"/>
              </a:defRPr>
            </a:lvl2pPr>
            <a:lvl3pPr indent="0" lvl="2" marL="0" marR="0" rtl="0" algn="r">
              <a:spcBef>
                <a:spcPts val="0"/>
              </a:spcBef>
              <a:buNone/>
              <a:defRPr b="0" i="0" sz="1200" u="none" cap="none" strike="noStrike">
                <a:solidFill>
                  <a:srgbClr val="035C75"/>
                </a:solidFill>
                <a:latin typeface="Constantia"/>
                <a:ea typeface="Constantia"/>
                <a:cs typeface="Constantia"/>
                <a:sym typeface="Constantia"/>
              </a:defRPr>
            </a:lvl3pPr>
            <a:lvl4pPr indent="0" lvl="3" marL="0" marR="0" rtl="0" algn="r">
              <a:spcBef>
                <a:spcPts val="0"/>
              </a:spcBef>
              <a:buNone/>
              <a:defRPr b="0" i="0" sz="1200" u="none" cap="none" strike="noStrike">
                <a:solidFill>
                  <a:srgbClr val="035C75"/>
                </a:solidFill>
                <a:latin typeface="Constantia"/>
                <a:ea typeface="Constantia"/>
                <a:cs typeface="Constantia"/>
                <a:sym typeface="Constantia"/>
              </a:defRPr>
            </a:lvl4pPr>
            <a:lvl5pPr indent="0" lvl="4" marL="0" marR="0" rtl="0" algn="r">
              <a:spcBef>
                <a:spcPts val="0"/>
              </a:spcBef>
              <a:buNone/>
              <a:defRPr b="0" i="0" sz="1200" u="none" cap="none" strike="noStrike">
                <a:solidFill>
                  <a:srgbClr val="035C75"/>
                </a:solidFill>
                <a:latin typeface="Constantia"/>
                <a:ea typeface="Constantia"/>
                <a:cs typeface="Constantia"/>
                <a:sym typeface="Constantia"/>
              </a:defRPr>
            </a:lvl5pPr>
            <a:lvl6pPr indent="0" lvl="5" marL="0" marR="0" rtl="0" algn="r">
              <a:spcBef>
                <a:spcPts val="0"/>
              </a:spcBef>
              <a:buNone/>
              <a:defRPr b="0" i="0" sz="1200" u="none" cap="none" strike="noStrike">
                <a:solidFill>
                  <a:srgbClr val="035C75"/>
                </a:solidFill>
                <a:latin typeface="Constantia"/>
                <a:ea typeface="Constantia"/>
                <a:cs typeface="Constantia"/>
                <a:sym typeface="Constantia"/>
              </a:defRPr>
            </a:lvl6pPr>
            <a:lvl7pPr indent="0" lvl="6" marL="0" marR="0" rtl="0" algn="r">
              <a:spcBef>
                <a:spcPts val="0"/>
              </a:spcBef>
              <a:buNone/>
              <a:defRPr b="0" i="0" sz="1200" u="none" cap="none" strike="noStrike">
                <a:solidFill>
                  <a:srgbClr val="035C75"/>
                </a:solidFill>
                <a:latin typeface="Constantia"/>
                <a:ea typeface="Constantia"/>
                <a:cs typeface="Constantia"/>
                <a:sym typeface="Constantia"/>
              </a:defRPr>
            </a:lvl7pPr>
            <a:lvl8pPr indent="0" lvl="7" marL="0" marR="0" rtl="0" algn="r">
              <a:spcBef>
                <a:spcPts val="0"/>
              </a:spcBef>
              <a:buNone/>
              <a:defRPr b="0" i="0" sz="1200" u="none" cap="none" strike="noStrike">
                <a:solidFill>
                  <a:srgbClr val="035C75"/>
                </a:solidFill>
                <a:latin typeface="Constantia"/>
                <a:ea typeface="Constantia"/>
                <a:cs typeface="Constantia"/>
                <a:sym typeface="Constantia"/>
              </a:defRPr>
            </a:lvl8pPr>
            <a:lvl9pPr indent="0" lvl="8" marL="0" marR="0" rtl="0" algn="r">
              <a:spcBef>
                <a:spcPts val="0"/>
              </a:spcBef>
              <a:buNone/>
              <a:defRPr b="0" i="0" sz="1200" u="none" cap="none" strike="noStrike">
                <a:solidFill>
                  <a:srgbClr val="035C75"/>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13" name="Google Shape;13;p1"/>
          <p:cNvGrpSpPr/>
          <p:nvPr/>
        </p:nvGrpSpPr>
        <p:grpSpPr>
          <a:xfrm>
            <a:off x="-29294" y="-16113"/>
            <a:ext cx="9198255" cy="1086266"/>
            <a:chOff x="-29322" y="-1971"/>
            <a:chExt cx="9198255" cy="1086266"/>
          </a:xfrm>
        </p:grpSpPr>
        <p:sp>
          <p:nvSpPr>
            <p:cNvPr id="14" name="Google Shape;14;p1"/>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15" name="Google Shape;15;p1"/>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89" name="Shape 89"/>
        <p:cNvGrpSpPr/>
        <p:nvPr/>
      </p:nvGrpSpPr>
      <p:grpSpPr>
        <a:xfrm>
          <a:off x="0" y="0"/>
          <a:ext cx="0" cy="0"/>
          <a:chOff x="0" y="0"/>
          <a:chExt cx="0" cy="0"/>
        </a:xfrm>
      </p:grpSpPr>
      <p:sp>
        <p:nvSpPr>
          <p:cNvPr id="90" name="Google Shape;90;p13"/>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1" name="Google Shape;91;p13"/>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2" name="Google Shape;92;p13"/>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lt2"/>
              </a:buClr>
              <a:buSzPts val="4000"/>
              <a:buFont typeface="Calibri"/>
              <a:buNone/>
              <a:defRPr b="0" i="0" sz="4000" u="none" cap="none" strike="noStrike">
                <a:solidFill>
                  <a:schemeClr val="lt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3" name="Google Shape;93;p13"/>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Arial"/>
              <a:buChar char="⚫"/>
              <a:defRPr b="0" i="0" sz="2600" u="none" cap="none" strike="noStrike">
                <a:solidFill>
                  <a:schemeClr val="lt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Arial"/>
              <a:buChar char="⚫"/>
              <a:defRPr b="0" i="0" sz="2400" u="none" cap="none" strike="noStrike">
                <a:solidFill>
                  <a:schemeClr val="lt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Arial"/>
              <a:buChar char="⚫"/>
              <a:defRPr b="0" i="0" sz="2100" u="none" cap="none" strike="noStrike">
                <a:solidFill>
                  <a:schemeClr val="lt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Arial"/>
              <a:buChar char="⚫"/>
              <a:defRPr b="0" i="0" sz="1800" u="none" cap="none" strike="noStrike">
                <a:solidFill>
                  <a:schemeClr val="lt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Arial"/>
              <a:buChar char="⚫"/>
              <a:defRPr b="0" i="0" sz="1600" u="none" cap="none" strike="noStrike">
                <a:solidFill>
                  <a:schemeClr val="lt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Arial"/>
              <a:buChar char="⚫"/>
              <a:defRPr b="0" i="0" sz="1800" u="none" cap="none" strike="noStrike">
                <a:solidFill>
                  <a:schemeClr val="lt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Arial"/>
              <a:buChar char="⚫"/>
              <a:defRPr b="0" i="0" sz="1600" u="none" cap="none" strike="noStrike">
                <a:solidFill>
                  <a:schemeClr val="lt1"/>
                </a:solidFill>
                <a:latin typeface="Constantia"/>
                <a:ea typeface="Constantia"/>
                <a:cs typeface="Constantia"/>
                <a:sym typeface="Constantia"/>
              </a:defRPr>
            </a:lvl7pPr>
            <a:lvl8pPr indent="-330200" lvl="7" marL="3657600" marR="0" rtl="0" algn="l">
              <a:spcBef>
                <a:spcPts val="320"/>
              </a:spcBef>
              <a:spcAft>
                <a:spcPts val="0"/>
              </a:spcAft>
              <a:buClr>
                <a:schemeClr val="lt2"/>
              </a:buClr>
              <a:buSzPts val="1600"/>
              <a:buFont typeface="Constantia"/>
              <a:buChar char="•"/>
              <a:defRPr b="0" i="0" sz="1600" u="none" cap="none" strike="noStrike">
                <a:solidFill>
                  <a:schemeClr val="lt1"/>
                </a:solidFill>
                <a:latin typeface="Constantia"/>
                <a:ea typeface="Constantia"/>
                <a:cs typeface="Constantia"/>
                <a:sym typeface="Constantia"/>
              </a:defRPr>
            </a:lvl8pPr>
            <a:lvl9pPr indent="-317500" lvl="8" marL="4114800" marR="0" rtl="0" algn="l">
              <a:spcBef>
                <a:spcPts val="280"/>
              </a:spcBef>
              <a:spcAft>
                <a:spcPts val="0"/>
              </a:spcAft>
              <a:buClr>
                <a:schemeClr val="lt2"/>
              </a:buClr>
              <a:buSzPts val="1400"/>
              <a:buFont typeface="Constantia"/>
              <a:buChar char="•"/>
              <a:defRPr b="0" i="0" sz="1400" u="none" cap="none" strike="noStrike">
                <a:solidFill>
                  <a:schemeClr val="lt1"/>
                </a:solidFill>
                <a:latin typeface="Constantia"/>
                <a:ea typeface="Constantia"/>
                <a:cs typeface="Constantia"/>
                <a:sym typeface="Constantia"/>
              </a:defRPr>
            </a:lvl9pPr>
          </a:lstStyle>
          <a:p/>
        </p:txBody>
      </p:sp>
      <p:sp>
        <p:nvSpPr>
          <p:cNvPr id="94" name="Google Shape;94;p1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5" name="Google Shape;95;p1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6" name="Google Shape;96;p1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sz="1200" u="none">
                <a:solidFill>
                  <a:srgbClr val="D0E9ED"/>
                </a:solidFill>
                <a:latin typeface="Constantia"/>
                <a:ea typeface="Constantia"/>
                <a:cs typeface="Constantia"/>
                <a:sym typeface="Constantia"/>
              </a:defRPr>
            </a:lvl1pPr>
            <a:lvl2pPr indent="0" lvl="1" marL="0" marR="0" rtl="0" algn="r">
              <a:spcBef>
                <a:spcPts val="0"/>
              </a:spcBef>
              <a:buNone/>
              <a:defRPr b="0" sz="1200" u="none">
                <a:solidFill>
                  <a:srgbClr val="D0E9ED"/>
                </a:solidFill>
                <a:latin typeface="Constantia"/>
                <a:ea typeface="Constantia"/>
                <a:cs typeface="Constantia"/>
                <a:sym typeface="Constantia"/>
              </a:defRPr>
            </a:lvl2pPr>
            <a:lvl3pPr indent="0" lvl="2" marL="0" marR="0" rtl="0" algn="r">
              <a:spcBef>
                <a:spcPts val="0"/>
              </a:spcBef>
              <a:buNone/>
              <a:defRPr b="0" sz="1200" u="none">
                <a:solidFill>
                  <a:srgbClr val="D0E9ED"/>
                </a:solidFill>
                <a:latin typeface="Constantia"/>
                <a:ea typeface="Constantia"/>
                <a:cs typeface="Constantia"/>
                <a:sym typeface="Constantia"/>
              </a:defRPr>
            </a:lvl3pPr>
            <a:lvl4pPr indent="0" lvl="3" marL="0" marR="0" rtl="0" algn="r">
              <a:spcBef>
                <a:spcPts val="0"/>
              </a:spcBef>
              <a:buNone/>
              <a:defRPr b="0" sz="1200" u="none">
                <a:solidFill>
                  <a:srgbClr val="D0E9ED"/>
                </a:solidFill>
                <a:latin typeface="Constantia"/>
                <a:ea typeface="Constantia"/>
                <a:cs typeface="Constantia"/>
                <a:sym typeface="Constantia"/>
              </a:defRPr>
            </a:lvl4pPr>
            <a:lvl5pPr indent="0" lvl="4" marL="0" marR="0" rtl="0" algn="r">
              <a:spcBef>
                <a:spcPts val="0"/>
              </a:spcBef>
              <a:buNone/>
              <a:defRPr b="0" sz="1200" u="none">
                <a:solidFill>
                  <a:srgbClr val="D0E9ED"/>
                </a:solidFill>
                <a:latin typeface="Constantia"/>
                <a:ea typeface="Constantia"/>
                <a:cs typeface="Constantia"/>
                <a:sym typeface="Constantia"/>
              </a:defRPr>
            </a:lvl5pPr>
            <a:lvl6pPr indent="0" lvl="5" marL="0" marR="0" rtl="0" algn="r">
              <a:spcBef>
                <a:spcPts val="0"/>
              </a:spcBef>
              <a:buNone/>
              <a:defRPr b="0" sz="1200" u="none">
                <a:solidFill>
                  <a:srgbClr val="D0E9ED"/>
                </a:solidFill>
                <a:latin typeface="Constantia"/>
                <a:ea typeface="Constantia"/>
                <a:cs typeface="Constantia"/>
                <a:sym typeface="Constantia"/>
              </a:defRPr>
            </a:lvl6pPr>
            <a:lvl7pPr indent="0" lvl="6" marL="0" marR="0" rtl="0" algn="r">
              <a:spcBef>
                <a:spcPts val="0"/>
              </a:spcBef>
              <a:buNone/>
              <a:defRPr b="0" sz="1200" u="none">
                <a:solidFill>
                  <a:srgbClr val="D0E9ED"/>
                </a:solidFill>
                <a:latin typeface="Constantia"/>
                <a:ea typeface="Constantia"/>
                <a:cs typeface="Constantia"/>
                <a:sym typeface="Constantia"/>
              </a:defRPr>
            </a:lvl7pPr>
            <a:lvl8pPr indent="0" lvl="7" marL="0" marR="0" rtl="0" algn="r">
              <a:spcBef>
                <a:spcPts val="0"/>
              </a:spcBef>
              <a:buNone/>
              <a:defRPr b="0" sz="1200" u="none">
                <a:solidFill>
                  <a:srgbClr val="D0E9ED"/>
                </a:solidFill>
                <a:latin typeface="Constantia"/>
                <a:ea typeface="Constantia"/>
                <a:cs typeface="Constantia"/>
                <a:sym typeface="Constantia"/>
              </a:defRPr>
            </a:lvl8pPr>
            <a:lvl9pPr indent="0" lvl="8" marL="0" marR="0" rtl="0" algn="r">
              <a:spcBef>
                <a:spcPts val="0"/>
              </a:spcBef>
              <a:buNone/>
              <a:defRPr b="0" sz="1200" u="none">
                <a:solidFill>
                  <a:srgbClr val="D0E9ED"/>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97" name="Google Shape;97;p13"/>
          <p:cNvGrpSpPr/>
          <p:nvPr/>
        </p:nvGrpSpPr>
        <p:grpSpPr>
          <a:xfrm>
            <a:off x="-29294" y="-16113"/>
            <a:ext cx="9198255" cy="1086266"/>
            <a:chOff x="-29322" y="-1971"/>
            <a:chExt cx="9198255" cy="1086266"/>
          </a:xfrm>
        </p:grpSpPr>
        <p:sp>
          <p:nvSpPr>
            <p:cNvPr id="98" name="Google Shape;98;p13"/>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9" name="Google Shape;99;p13"/>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5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6"/>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p>
            <a:pPr indent="0" lvl="0" marL="0" rtl="0" algn="r">
              <a:spcBef>
                <a:spcPts val="0"/>
              </a:spcBef>
              <a:spcAft>
                <a:spcPts val="0"/>
              </a:spcAft>
              <a:buClr>
                <a:srgbClr val="4CE0EA"/>
              </a:buClr>
              <a:buSzPts val="5600"/>
              <a:buFont typeface="Calibri"/>
              <a:buNone/>
            </a:pPr>
            <a:r>
              <a:rPr i="0" lang="en-US"/>
              <a:t>OnScreen</a:t>
            </a:r>
            <a:r>
              <a:rPr lang="en-US"/>
              <a:t> Description</a:t>
            </a:r>
            <a:endParaRPr/>
          </a:p>
        </p:txBody>
      </p:sp>
      <p:sp>
        <p:nvSpPr>
          <p:cNvPr id="117" name="Google Shape;117;p16"/>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p>
            <a:pPr indent="0" lvl="0" marL="0" marR="45720" rtl="0" algn="r">
              <a:spcBef>
                <a:spcPts val="0"/>
              </a:spcBef>
              <a:spcAft>
                <a:spcPts val="0"/>
              </a:spcAft>
              <a:buSzPts val="2470"/>
              <a:buNone/>
            </a:pPr>
            <a:r>
              <a:rPr lang="en-US"/>
              <a:t>Collin Aycock</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7"/>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Revision History</a:t>
            </a:r>
            <a:endParaRPr/>
          </a:p>
        </p:txBody>
      </p:sp>
      <p:graphicFrame>
        <p:nvGraphicFramePr>
          <p:cNvPr id="123" name="Table 122"/>
          <p:cNvGraphicFramePr>
            <a:graphicFrameLocks noGrp="1"/>
          </p:cNvGraphicFramePr>
          <p:nvPr/>
        </p:nvGraphicFramePr>
        <p:xfrm>
          <a:off x="457200" y="2032000"/>
          <a:ext cx="8229600" cy="660400"/>
        </p:xfrm>
        <a:graphic>
          <a:graphicData uri="http://schemas.openxmlformats.org/drawingml/2006/table">
            <a:tbl>
              <a:tblPr firstRow="1" bandRow="0">
                <a:tableStyleId>{5940675A-B579-460E-94D1-54222C63F5DA}</a:tableStyleId>
              </a:tblPr>
              <a:tblGrid>
                <a:gridCol w="762000"/>
                <a:gridCol w="1079500"/>
                <a:gridCol w="4673600"/>
                <a:gridCol w="1714500"/>
              </a:tblGrid>
              <a:tr h="330200">
                <a:tc>
                  <a:txBody>
                    <a:bodyPr/>
                    <a:lstStyle/>
                    <a:p>
                      <a:r>
                        <a:rPr i="0" b="1" sz="1200">
                          <a:solidFill>
                            <a:srgbClr val="1F2A37"/>
                          </a:solidFill>
                        </a:rPr>
                        <a:t>Version</a:t>
                      </a:r>
                    </a:p>
                  </a:txBody>
                  <a:tcPr marL="38100" marR="38100" marT="19050" marB="19050">
                    <a:solidFill>
                      <a:srgbClr val="E6E6E6"/>
                    </a:solidFill>
                  </a:tcPr>
                </a:tc>
                <a:tc>
                  <a:txBody>
                    <a:bodyPr/>
                    <a:lstStyle/>
                    <a:p>
                      <a:r>
                        <a:rPr i="0" b="1" sz="1200">
                          <a:solidFill>
                            <a:srgbClr val="1F2A37"/>
                          </a:solidFill>
                        </a:rPr>
                        <a:t>Date</a:t>
                      </a:r>
                    </a:p>
                  </a:txBody>
                  <a:tcPr marL="38100" marR="38100" marT="19050" marB="19050">
                    <a:solidFill>
                      <a:srgbClr val="E6E6E6"/>
                    </a:solidFill>
                  </a:tcPr>
                </a:tc>
                <a:tc>
                  <a:txBody>
                    <a:bodyPr/>
                    <a:lstStyle/>
                    <a:p>
                      <a:r>
                        <a:rPr i="0" b="1" sz="1200">
                          <a:solidFill>
                            <a:srgbClr val="1F2A37"/>
                          </a:solidFill>
                        </a:rPr>
                        <a:t>Description</a:t>
                      </a:r>
                    </a:p>
                  </a:txBody>
                  <a:tcPr marL="38100" marR="38100" marT="19050" marB="19050">
                    <a:solidFill>
                      <a:srgbClr val="E6E6E6"/>
                    </a:solidFill>
                  </a:tcPr>
                </a:tc>
                <a:tc>
                  <a:txBody>
                    <a:bodyPr/>
                    <a:lstStyle/>
                    <a:p>
                      <a:r>
                        <a:rPr i="0" b="1" sz="1200">
                          <a:solidFill>
                            <a:srgbClr val="1F2A37"/>
                          </a:solidFill>
                        </a:rPr>
                        <a:t>Author</a:t>
                      </a:r>
                    </a:p>
                  </a:txBody>
                  <a:tcPr marL="38100" marR="38100" marT="19050" marB="19050">
                    <a:solidFill>
                      <a:srgbClr val="E6E6E6"/>
                    </a:solidFill>
                  </a:tcPr>
                </a:tc>
              </a:tr>
              <a:tr h="330200">
                <a:tc>
                  <a:txBody>
                    <a:bodyPr/>
                    <a:lstStyle/>
                    <a:p>
                      <a:r>
                        <a:rPr i="0" sz="1200">
                          <a:solidFill>
                            <a:srgbClr val="1F2A37"/>
                          </a:solidFill>
                        </a:rPr>
                        <a:t>1.0</a:t>
                      </a:r>
                    </a:p>
                  </a:txBody>
                  <a:tcPr marL="38100" marR="38100" marT="19050" marB="19050">
                    <a:solidFill>
                      <a:srgbClr val="FFFFFF"/>
                    </a:solidFill>
                  </a:tcPr>
                </a:tc>
                <a:tc>
                  <a:txBody>
                    <a:bodyPr/>
                    <a:lstStyle/>
                    <a:p>
                      <a:r>
                        <a:rPr i="0" sz="1200">
                          <a:solidFill>
                            <a:srgbClr val="1F2A37"/>
                          </a:solidFill>
                        </a:rPr>
                        <a:t>2026.10.06</a:t>
                      </a:r>
                    </a:p>
                  </a:txBody>
                  <a:tcPr marL="38100" marR="38100" marT="19050" marB="19050">
                    <a:solidFill>
                      <a:srgbClr val="FFFFFF"/>
                    </a:solidFill>
                  </a:tcPr>
                </a:tc>
                <a:tc>
                  <a:txBody>
                    <a:bodyPr/>
                    <a:lstStyle/>
                    <a:p>
                      <a:r>
                        <a:rPr i="0" sz="1200">
                          <a:solidFill>
                            <a:srgbClr val="1F2A37"/>
                          </a:solidFill>
                        </a:rPr>
                        <a:t>First version of this document, for the first submission of OnScreen (app version 1.1.0).</a:t>
                      </a:r>
                    </a:p>
                  </a:txBody>
                  <a:tcPr marL="38100" marR="38100" marT="19050" marB="19050">
                    <a:solidFill>
                      <a:srgbClr val="FFFFFF"/>
                    </a:solidFill>
                  </a:tcPr>
                </a:tc>
                <a:tc>
                  <a:txBody>
                    <a:bodyPr/>
                    <a:lstStyle/>
                    <a:p>
                      <a:r>
                        <a:rPr i="0" sz="1200">
                          <a:solidFill>
                            <a:srgbClr val="1F2A37"/>
                          </a:solidFill>
                        </a:rPr>
                        <a:t>Collin Aycock</a:t>
                      </a:r>
                    </a:p>
                  </a:txBody>
                  <a:tcPr marL="38100" marR="38100" marT="19050" marB="19050">
                    <a:solidFill>
                      <a:srgbClr val="FFFFFF"/>
                    </a:solidFill>
                  </a:tcPr>
                </a:tc>
              </a:tr>
              <a:tr h="330200">
                <a:tc>
                  <a:txBody>
                    <a:bodyPr/>
                    <a:lstStyle/>
                    <a:p>
                      <a:r>
                        <a:rPr i="0" sz="1200">
                          <a:solidFill>
                            <a:srgbClr val="1F2A37"/>
                          </a:solidFill>
                        </a:rPr>
                        <a:t>1.1</a:t>
                      </a:r>
                    </a:p>
                  </a:txBody>
                  <a:tcPr marL="38100" marR="38100" marT="19050" marB="19050">
                    <a:solidFill>
                      <a:srgbClr val="FFFFFF"/>
                    </a:solidFill>
                  </a:tcPr>
                </a:tc>
                <a:tc>
                  <a:txBody>
                    <a:bodyPr/>
                    <a:lstStyle/>
                    <a:p>
                      <a:r>
                        <a:rPr i="0" sz="1200">
                          <a:solidFill>
                            <a:srgbClr val="1F2A37"/>
                          </a:solidFill>
                        </a:rPr>
                        <a:t>2026.10.19</a:t>
                      </a:r>
                    </a:p>
                  </a:txBody>
                  <a:tcPr marL="38100" marR="38100" marT="19050" marB="19050">
                    <a:solidFill>
                      <a:srgbClr val="FFFFFF"/>
                    </a:solidFill>
                  </a:tcPr>
                </a:tc>
                <a:tc>
                  <a:txBody>
                    <a:bodyPr/>
                    <a:lstStyle/>
                    <a:p>
                      <a:r>
                        <a:rPr i="0" sz="1200">
                          <a:solidFill>
                            <a:srgbClr val="1F2A37"/>
                          </a:solidFill>
                        </a:rPr>
                        <a:t>App version 1.1.2 for the resubmission: RETURN on the first screen opens an "Exit OnScreen?" confirmation popup (Return Key Policy). UI structure and usage scenario updated.</a:t>
                      </a:r>
                    </a:p>
                  </a:txBody>
                  <a:tcPr marL="38100" marR="38100" marT="19050" marB="19050">
                    <a:solidFill>
                      <a:srgbClr val="FFFFFF"/>
                    </a:solidFill>
                  </a:tcPr>
                </a:tc>
                <a:tc>
                  <a:txBody>
                    <a:bodyPr/>
                    <a:lstStyle/>
                    <a:p>
                      <a:r>
                        <a:rPr i="0" sz="1200">
                          <a:solidFill>
                            <a:srgbClr val="1F2A37"/>
                          </a:solidFill>
                        </a:rPr>
                        <a:t>Collin Aycock</a:t>
                      </a:r>
                    </a:p>
                  </a:txBody>
                  <a:tcPr marL="38100" marR="38100" marT="19050" marB="19050">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8"/>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Contents</a:t>
            </a:r>
            <a:endParaRPr/>
          </a:p>
        </p:txBody>
      </p:sp>
      <p:sp>
        <p:nvSpPr>
          <p:cNvPr id="129" name="Google Shape;129;p18"/>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470"/>
              <a:buChar char="⚫"/>
            </a:pPr>
            <a:r>
              <a:rPr i="0" sz="2400">
                <a:solidFill>
                  <a:srgbClr val="1F2A37"/>
                </a:solidFill>
              </a:rPr>
              <a:t>App overview and test accounts</a:t>
            </a:r>
          </a:p>
          <a:p>
            <a:pPr indent="-274320" lvl="0" marL="274320" rtl="0" algn="l">
              <a:spcBef>
                <a:spcPts val="0"/>
              </a:spcBef>
              <a:spcAft>
                <a:spcPts val="0"/>
              </a:spcAft>
              <a:buSzPts val="2470"/>
              <a:buChar char="⚫"/>
            </a:pPr>
            <a:r>
              <a:rPr i="0" sz="2400">
                <a:solidFill>
                  <a:srgbClr val="1F2A37"/>
                </a:solidFill>
              </a:rPr>
              <a:t>UI Structure</a:t>
            </a:r>
          </a:p>
          <a:p>
            <a:pPr indent="-274320" lvl="0" marL="274320" rtl="0" algn="l">
              <a:spcBef>
                <a:spcPts val="0"/>
              </a:spcBef>
              <a:spcAft>
                <a:spcPts val="0"/>
              </a:spcAft>
              <a:buSzPts val="2470"/>
              <a:buChar char="⚫"/>
            </a:pPr>
            <a:r>
              <a:rPr i="0" sz="2400">
                <a:solidFill>
                  <a:srgbClr val="1F2A37"/>
                </a:solidFill>
              </a:rPr>
              <a:t>Usage Scenario</a:t>
            </a:r>
          </a:p>
          <a:p>
            <a:pPr indent="-274320" lvl="0" marL="274320" rtl="0" algn="l">
              <a:spcBef>
                <a:spcPts val="0"/>
              </a:spcBef>
              <a:spcAft>
                <a:spcPts val="0"/>
              </a:spcAft>
              <a:buSzPts val="2470"/>
              <a:buChar char="⚫"/>
            </a:pPr>
            <a:r>
              <a:rPr i="0" sz="2400">
                <a:solidFill>
                  <a:srgbClr val="1F2A37"/>
                </a:solidFill>
              </a:rPr>
              <a:t>Menu &amp; function description</a:t>
            </a:r>
          </a:p>
          <a:p>
            <a:pPr indent="-274320" lvl="0" marL="274320" rtl="0" algn="l">
              <a:spcBef>
                <a:spcPts val="0"/>
              </a:spcBef>
              <a:spcAft>
                <a:spcPts val="0"/>
              </a:spcAft>
              <a:buSzPts val="2470"/>
              <a:buChar char="⚫"/>
            </a:pPr>
            <a:r>
              <a:rPr i="0" sz="2400">
                <a:solidFill>
                  <a:srgbClr val="1F2A37"/>
                </a:solidFill>
              </a:rPr>
              <a:t>Key policy</a:t>
            </a:r>
          </a:p>
          <a:p>
            <a:pPr indent="-274320" lvl="0" marL="274320" rtl="0" algn="l">
              <a:spcBef>
                <a:spcPts val="0"/>
              </a:spcBef>
              <a:spcAft>
                <a:spcPts val="0"/>
              </a:spcAft>
              <a:buSzPts val="2470"/>
              <a:buChar char="⚫"/>
            </a:pPr>
            <a:r>
              <a:rPr i="0" sz="2400">
                <a:solidFill>
                  <a:srgbClr val="1F2A37"/>
                </a:solidFill>
              </a:rPr>
              <a:t>How to change languages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App Overview &amp; Test Accounts</a:t>
            </a:r>
          </a:p>
        </p:txBody>
      </p:sp>
      <p:sp>
        <p:nvSpPr>
          <p:cNvPr id="3" name="TextBox 2"/>
          <p:cNvSpPr txBox="1"/>
          <p:nvPr/>
        </p:nvSpPr>
        <p:spPr>
          <a:xfrm>
            <a:off x="457200" y="1905000"/>
            <a:ext cx="8229600" cy="1016000"/>
          </a:xfrm>
          <a:prstGeom prst="rect">
            <a:avLst/>
          </a:prstGeom>
          <a:noFill/>
        </p:spPr>
        <p:txBody>
          <a:bodyPr wrap="square">
            <a:spAutoFit/>
          </a:bodyPr>
          <a:lstStyle/>
          <a:p>
            <a:r>
              <a:rPr i="0" sz="1200">
                <a:solidFill>
                  <a:srgbClr val="1F2A37"/>
                </a:solidFill>
              </a:rPr>
              <a:t>OnScreen is the TV app for a self-hosted OnScreen media server. The user runs the server on their own computer or NAS; the app plays the movies, TV shows, music, audiobooks and photos on it. The app ships no content, has no ads, purchases or subscriptions, and needs a server address to work.</a:t>
            </a:r>
          </a:p>
        </p:txBody>
      </p:sp>
      <p:graphicFrame>
        <p:nvGraphicFramePr>
          <p:cNvPr id="4" name="Table 3"/>
          <p:cNvGraphicFramePr>
            <a:graphicFrameLocks noGrp="1"/>
          </p:cNvGraphicFramePr>
          <p:nvPr/>
        </p:nvGraphicFramePr>
        <p:xfrm>
          <a:off x="457200" y="3022600"/>
          <a:ext cx="8229600" cy="22352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000">
                          <a:solidFill>
                            <a:srgbClr val="1F2A37"/>
                          </a:solidFill>
                        </a:rPr>
                        <a:t>Item</a:t>
                      </a:r>
                    </a:p>
                  </a:txBody>
                  <a:tcPr marL="38100" marR="38100" marT="19050" marB="19050">
                    <a:solidFill>
                      <a:srgbClr val="E6E6E6"/>
                    </a:solidFill>
                  </a:tcPr>
                </a:tc>
                <a:tc>
                  <a:txBody>
                    <a:bodyPr/>
                    <a:lstStyle/>
                    <a:p>
                      <a:r>
                        <a:rPr i="0" b="1" sz="1000">
                          <a:solidFill>
                            <a:srgbClr val="1F2A37"/>
                          </a:solidFill>
                        </a:rPr>
                        <a:t>Value</a:t>
                      </a:r>
                    </a:p>
                  </a:txBody>
                  <a:tcPr marL="38100" marR="38100" marT="19050" marB="19050">
                    <a:solidFill>
                      <a:srgbClr val="E6E6E6"/>
                    </a:solidFill>
                  </a:tcPr>
                </a:tc>
              </a:tr>
              <a:tr h="279400">
                <a:tc>
                  <a:txBody>
                    <a:bodyPr/>
                    <a:lstStyle/>
                    <a:p>
                      <a:r>
                        <a:rPr i="0" sz="1000">
                          <a:solidFill>
                            <a:srgbClr val="1F2A37"/>
                          </a:solidFill>
                        </a:rPr>
                        <a:t>Test server URL</a:t>
                      </a:r>
                    </a:p>
                  </a:txBody>
                  <a:tcPr marL="38100" marR="38100" marT="19050" marB="19050">
                    <a:solidFill>
                      <a:srgbClr val="FFFFFF"/>
                    </a:solidFill>
                  </a:tcPr>
                </a:tc>
                <a:tc>
                  <a:txBody>
                    <a:bodyPr/>
                    <a:lstStyle/>
                    <a:p>
                      <a:r>
                        <a:rPr i="0" sz="1000">
                          <a:solidFill>
                            <a:srgbClr val="1F2A37"/>
                          </a:solidFill>
                        </a:rPr>
                        <a:t>https://onscreen-beta.wolverscreen.com (enter it on the app's first screen)</a:t>
                      </a:r>
                    </a:p>
                  </a:txBody>
                  <a:tcPr marL="38100" marR="38100" marT="19050" marB="19050">
                    <a:solidFill>
                      <a:srgbClr val="FFFFFF"/>
                    </a:solidFill>
                  </a:tcPr>
                </a:tc>
              </a:tr>
              <a:tr h="279400">
                <a:tc>
                  <a:txBody>
                    <a:bodyPr/>
                    <a:lstStyle/>
                    <a:p>
                      <a:r>
                        <a:rPr i="0" sz="1000">
                          <a:solidFill>
                            <a:srgbClr val="1F2A37"/>
                          </a:solidFill>
                        </a:rPr>
                        <a:t>Test accounts (ID)</a:t>
                      </a:r>
                    </a:p>
                  </a:txBody>
                  <a:tcPr marL="38100" marR="38100" marT="19050" marB="19050">
                    <a:solidFill>
                      <a:srgbClr val="FFFFFF"/>
                    </a:solidFill>
                  </a:tcPr>
                </a:tc>
                <a:tc>
                  <a:txBody>
                    <a:bodyPr/>
                    <a:lstStyle/>
                    <a:p>
                      <a:r>
                        <a:rPr i="0" sz="1000">
                          <a:solidFill>
                            <a:srgbClr val="1F2A37"/>
                          </a:solidFill>
                        </a:rPr>
                        <a:t>reviewer1, reviewer2, reviewer3, reviewer4, reviewer5, reviewer6, reviewer7, reviewer8</a:t>
                      </a:r>
                    </a:p>
                  </a:txBody>
                  <a:tcPr marL="38100" marR="38100" marT="19050" marB="19050">
                    <a:solidFill>
                      <a:srgbClr val="FFFFFF"/>
                    </a:solidFill>
                  </a:tcPr>
                </a:tc>
              </a:tr>
              <a:tr h="279400">
                <a:tc>
                  <a:txBody>
                    <a:bodyPr/>
                    <a:lstStyle/>
                    <a:p>
                      <a:r>
                        <a:rPr i="0" sz="1000">
                          <a:solidFill>
                            <a:srgbClr val="1F2A37"/>
                          </a:solidFill>
                        </a:rPr>
                        <a:t>Passwords</a:t>
                      </a:r>
                    </a:p>
                  </a:txBody>
                  <a:tcPr marL="38100" marR="38100" marT="19050" marB="19050">
                    <a:solidFill>
                      <a:srgbClr val="FFFFFF"/>
                    </a:solidFill>
                  </a:tcPr>
                </a:tc>
                <a:tc>
                  <a:txBody>
                    <a:bodyPr/>
                    <a:lstStyle/>
                    <a:p>
                      <a:r>
                        <a:rPr i="0" sz="1000">
                          <a:solidFill>
                            <a:srgbClr val="1F2A37"/>
                          </a:solidFill>
                        </a:rPr>
                        <a:t>In the account / password fields of the Seller Office submission</a:t>
                      </a:r>
                    </a:p>
                  </a:txBody>
                  <a:tcPr marL="38100" marR="38100" marT="19050" marB="19050">
                    <a:solidFill>
                      <a:srgbClr val="FFFFFF"/>
                    </a:solidFill>
                  </a:tcPr>
                </a:tc>
              </a:tr>
              <a:tr h="279400">
                <a:tc>
                  <a:txBody>
                    <a:bodyPr/>
                    <a:lstStyle/>
                    <a:p>
                      <a:r>
                        <a:rPr i="0" sz="1000">
                          <a:solidFill>
                            <a:srgbClr val="1F2A37"/>
                          </a:solidFill>
                        </a:rPr>
                        <a:t>Account differences</a:t>
                      </a:r>
                    </a:p>
                  </a:txBody>
                  <a:tcPr marL="38100" marR="38100" marT="19050" marB="19050">
                    <a:solidFill>
                      <a:srgbClr val="FFFFFF"/>
                    </a:solidFill>
                  </a:tcPr>
                </a:tc>
                <a:tc>
                  <a:txBody>
                    <a:bodyPr/>
                    <a:lstStyle/>
                    <a:p>
                      <a:r>
                        <a:rPr i="0" sz="1000">
                          <a:solidFill>
                            <a:srgbClr val="1F2A37"/>
                          </a:solidFill>
                        </a:rPr>
                        <a:t>None. All eight accounts are identical: same content, no ads, no paid tiers, no Live TV, no 4K titles. One account per tester keeps watch progress and favorites separate.</a:t>
                      </a:r>
                    </a:p>
                  </a:txBody>
                  <a:tcPr marL="38100" marR="38100" marT="19050" marB="19050">
                    <a:solidFill>
                      <a:srgbClr val="FFFFFF"/>
                    </a:solidFill>
                  </a:tcPr>
                </a:tc>
              </a:tr>
              <a:tr h="279400">
                <a:tc>
                  <a:txBody>
                    <a:bodyPr/>
                    <a:lstStyle/>
                    <a:p>
                      <a:r>
                        <a:rPr i="0" sz="1000">
                          <a:solidFill>
                            <a:srgbClr val="1F2A37"/>
                          </a:solidFill>
                        </a:rPr>
                        <a:t>Account validity</a:t>
                      </a:r>
                    </a:p>
                  </a:txBody>
                  <a:tcPr marL="38100" marR="38100" marT="19050" marB="19050">
                    <a:solidFill>
                      <a:srgbClr val="FFFFFF"/>
                    </a:solidFill>
                  </a:tcPr>
                </a:tc>
                <a:tc>
                  <a:txBody>
                    <a:bodyPr/>
                    <a:lstStyle/>
                    <a:p>
                      <a:r>
                        <a:rPr i="0" sz="1000">
                          <a:solidFill>
                            <a:srgbClr val="1F2A37"/>
                          </a:solidFill>
                        </a:rPr>
                        <a:t>The accounts do not expire.</a:t>
                      </a:r>
                    </a:p>
                  </a:txBody>
                  <a:tcPr marL="38100" marR="38100" marT="19050" marB="19050">
                    <a:solidFill>
                      <a:srgbClr val="FFFFFF"/>
                    </a:solidFill>
                  </a:tcPr>
                </a:tc>
              </a:tr>
              <a:tr h="279400">
                <a:tc>
                  <a:txBody>
                    <a:bodyPr/>
                    <a:lstStyle/>
                    <a:p>
                      <a:r>
                        <a:rPr i="0" sz="1000">
                          <a:solidFill>
                            <a:srgbClr val="1F2A37"/>
                          </a:solidFill>
                        </a:rPr>
                        <a:t>Content on the test server</a:t>
                      </a:r>
                    </a:p>
                  </a:txBody>
                  <a:tcPr marL="38100" marR="38100" marT="19050" marB="19050">
                    <a:solidFill>
                      <a:srgbClr val="FFFFFF"/>
                    </a:solidFill>
                  </a:tcPr>
                </a:tc>
                <a:tc>
                  <a:txBody>
                    <a:bodyPr/>
                    <a:lstStyle/>
                    <a:p>
                      <a:r>
                        <a:rPr i="0" sz="1000">
                          <a:solidFill>
                            <a:srgbClr val="1F2A37"/>
                          </a:solidFill>
                        </a:rPr>
                        <a:t>Openly licensed works only: Blender Foundation open movies and the Caminandes series (CC BY), Kevin MacLeod music (CC BY), LibriVox audiobooks and NASA photos (public domain).</a:t>
                      </a:r>
                    </a:p>
                  </a:txBody>
                  <a:tcPr marL="38100" marR="38100" marT="19050" marB="19050">
                    <a:solidFill>
                      <a:srgbClr val="FFFFFF"/>
                    </a:solidFill>
                  </a:tcPr>
                </a:tc>
              </a:tr>
              <a:tr h="279400">
                <a:tc>
                  <a:txBody>
                    <a:bodyPr/>
                    <a:lstStyle/>
                    <a:p>
                      <a:r>
                        <a:rPr i="0" sz="1000">
                          <a:solidFill>
                            <a:srgbClr val="1F2A37"/>
                          </a:solidFill>
                        </a:rPr>
                        <a:t>Login, activation, payment</a:t>
                      </a:r>
                    </a:p>
                  </a:txBody>
                  <a:tcPr marL="38100" marR="38100" marT="19050" marB="19050">
                    <a:solidFill>
                      <a:srgbClr val="FFFFFF"/>
                    </a:solidFill>
                  </a:tcPr>
                </a:tc>
                <a:tc>
                  <a:txBody>
                    <a:bodyPr/>
                    <a:lstStyle/>
                    <a:p>
                      <a:r>
                        <a:rPr i="0" sz="1000">
                          <a:solidFill>
                            <a:srgbClr val="1F2A37"/>
                          </a:solidFill>
                        </a:rPr>
                        <a:t>Username and password on the TV's on-screen keyboard. No activation, no payment, no phone or computer needed.</a:t>
                      </a:r>
                    </a:p>
                  </a:txBody>
                  <a:tcPr marL="38100" marR="38100" marT="19050" marB="19050">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9"/>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UI Structure</a:t>
            </a:r>
            <a:endParaRPr/>
          </a:p>
        </p:txBody>
      </p:sp>
      <p:sp>
        <p:nvSpPr>
          <p:cNvPr id="135" name="TextBox 134"/>
          <p:cNvSpPr txBox="1"/>
          <p:nvPr/>
        </p:nvSpPr>
        <p:spPr>
          <a:xfrm>
            <a:off x="457200" y="1778000"/>
            <a:ext cx="8229600" cy="279400"/>
          </a:xfrm>
          <a:prstGeom prst="rect">
            <a:avLst/>
          </a:prstGeom>
          <a:noFill/>
        </p:spPr>
        <p:txBody>
          <a:bodyPr wrap="square">
            <a:spAutoFit/>
          </a:bodyPr>
          <a:lstStyle/>
          <a:p>
            <a:r>
              <a:rPr i="0" sz="1200">
                <a:solidFill>
                  <a:srgbClr val="1F2A37"/>
                </a:solidFill>
              </a:rPr>
              <a:t>Whole UI structure (tree): every screen and where OK / Return leads.</a:t>
            </a:r>
          </a:p>
        </p:txBody>
      </p:sp>
      <p:pic>
        <p:nvPicPr>
          <p:cNvPr id="136" name="Picture 135" descr="ui-structure-43.png"/>
          <p:cNvPicPr>
            <a:picLocks noChangeAspect="1"/>
          </p:cNvPicPr>
          <p:nvPr/>
        </p:nvPicPr>
        <p:blipFill>
          <a:blip r:embed="rId3"/>
          <a:stretch>
            <a:fillRect/>
          </a:stretch>
        </p:blipFill>
        <p:spPr>
          <a:xfrm>
            <a:off x="457200" y="2108200"/>
            <a:ext cx="8229600"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Usage Scenario (1/2)</a:t>
            </a:r>
          </a:p>
        </p:txBody>
      </p:sp>
      <p:sp>
        <p:nvSpPr>
          <p:cNvPr id="181" name="TextBox 180"/>
          <p:cNvSpPr txBox="1"/>
          <p:nvPr/>
        </p:nvSpPr>
        <p:spPr>
          <a:xfrm>
            <a:off x="457200" y="1778000"/>
            <a:ext cx="7620000" cy="279400"/>
          </a:xfrm>
          <a:prstGeom prst="rect">
            <a:avLst/>
          </a:prstGeom>
          <a:noFill/>
        </p:spPr>
        <p:txBody>
          <a:bodyPr wrap="square">
            <a:spAutoFit/>
          </a:bodyPr>
          <a:lstStyle/>
          <a:p>
            <a:r>
              <a:rPr i="0" b="1" sz="1400">
                <a:solidFill>
                  <a:srgbClr val="1F2A37"/>
                </a:solidFill>
              </a:rPr>
              <a:t>- First launch and sign-in</a:t>
            </a:r>
          </a:p>
        </p:txBody>
      </p:sp>
      <p:pic>
        <p:nvPicPr>
          <p:cNvPr id="182" name="Picture 181" descr="flow-signin.png"/>
          <p:cNvPicPr>
            <a:picLocks noChangeAspect="1"/>
          </p:cNvPicPr>
          <p:nvPr/>
        </p:nvPicPr>
        <p:blipFill>
          <a:blip r:embed="rId3"/>
          <a:stretch>
            <a:fillRect/>
          </a:stretch>
        </p:blipFill>
        <p:spPr>
          <a:xfrm>
            <a:off x="457200" y="2133600"/>
            <a:ext cx="8229600" cy="1592317"/>
          </a:xfrm>
          <a:prstGeom prst="rect">
            <a:avLst/>
          </a:prstGeom>
        </p:spPr>
      </p:pic>
      <p:sp>
        <p:nvSpPr>
          <p:cNvPr id="183" name="TextBox 182"/>
          <p:cNvSpPr txBox="1"/>
          <p:nvPr/>
        </p:nvSpPr>
        <p:spPr>
          <a:xfrm>
            <a:off x="457200" y="4089400"/>
            <a:ext cx="8229600" cy="2540000"/>
          </a:xfrm>
          <a:prstGeom prst="rect">
            <a:avLst/>
          </a:prstGeom>
          <a:noFill/>
        </p:spPr>
        <p:txBody>
          <a:bodyPr wrap="square">
            <a:spAutoFit/>
          </a:bodyPr>
          <a:lstStyle/>
          <a:p>
            <a:r>
              <a:rPr i="0" sz="1100">
                <a:solidFill>
                  <a:srgbClr val="1F2A37"/>
                </a:solidFill>
              </a:rPr>
              <a:t>1. Launch OnScreen. "Add your OnScreen server" opens. Type onscreen-beta.wolverscreen.com with the on-screen keyboard and select done. The app checks the server.</a:t>
            </a:r>
          </a:p>
          <a:p>
            <a:r>
              <a:rPr i="0" sz="1100">
                <a:solidFill>
                  <a:srgbClr val="1F2A37"/>
                </a:solidFill>
              </a:rPr>
              <a:t>2. "Sign in": type the username (for example reviewer1) and select done.</a:t>
            </a:r>
          </a:p>
          <a:p>
            <a:r>
              <a:rPr i="0" sz="1100">
                <a:solidFill>
                  <a:srgbClr val="1F2A37"/>
                </a:solidFill>
              </a:rPr>
              <a:t>3. Type the password and select done.</a:t>
            </a:r>
          </a:p>
          <a:p>
            <a:r>
              <a:rPr i="0" sz="1100">
                <a:solidFill>
                  <a:srgbClr val="1F2A37"/>
                </a:solidFill>
              </a:rPr>
              <a:t>4. Home opens. The app stays signed in after it is closed; Settings &gt; Sign out signs out, and Settings &gt; Forget server goes back to step 1.</a:t>
            </a:r>
          </a:p>
          <a:p>
            <a:r>
              <a:rPr i="0" sz="1000">
                <a:solidFill>
                  <a:srgbClr val="555F6B"/>
                </a:solidFill>
              </a:rPr>
              <a:t>Alternative to steps 2-3: "Sign in with another device" shows a PIN to enter at the server's /pair page from a phone or computer (not needed for testing).</a:t>
            </a:r>
          </a:p>
          <a:p>
            <a:r>
              <a:rPr i="0" sz="1000">
                <a:solidFill>
                  <a:srgbClr val="555F6B"/>
                </a:solidFill>
              </a:rPr>
              <a:t>No activation, payment or account creation in the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Usage Scenario (2/2)</a:t>
            </a:r>
          </a:p>
        </p:txBody>
      </p:sp>
      <p:sp>
        <p:nvSpPr>
          <p:cNvPr id="3" name="TextBox 2"/>
          <p:cNvSpPr txBox="1"/>
          <p:nvPr/>
        </p:nvSpPr>
        <p:spPr>
          <a:xfrm>
            <a:off x="457200" y="1778000"/>
            <a:ext cx="7620000" cy="279400"/>
          </a:xfrm>
          <a:prstGeom prst="rect">
            <a:avLst/>
          </a:prstGeom>
          <a:noFill/>
        </p:spPr>
        <p:txBody>
          <a:bodyPr wrap="square">
            <a:spAutoFit/>
          </a:bodyPr>
          <a:lstStyle/>
          <a:p>
            <a:r>
              <a:rPr i="0" b="1" sz="1400">
                <a:solidFill>
                  <a:srgbClr val="1F2A37"/>
                </a:solidFill>
              </a:rPr>
              <a:t>- Browse and play</a:t>
            </a:r>
          </a:p>
        </p:txBody>
      </p:sp>
      <p:pic>
        <p:nvPicPr>
          <p:cNvPr id="4" name="Picture 3" descr="flow-play.png"/>
          <p:cNvPicPr>
            <a:picLocks noChangeAspect="1"/>
          </p:cNvPicPr>
          <p:nvPr/>
        </p:nvPicPr>
        <p:blipFill>
          <a:blip r:embed="rId2"/>
          <a:stretch>
            <a:fillRect/>
          </a:stretch>
        </p:blipFill>
        <p:spPr>
          <a:xfrm>
            <a:off x="762000" y="2108200"/>
            <a:ext cx="7620000" cy="2258505"/>
          </a:xfrm>
          <a:prstGeom prst="rect">
            <a:avLst/>
          </a:prstGeom>
        </p:spPr>
      </p:pic>
      <p:sp>
        <p:nvSpPr>
          <p:cNvPr id="5" name="TextBox 4"/>
          <p:cNvSpPr txBox="1"/>
          <p:nvPr/>
        </p:nvSpPr>
        <p:spPr>
          <a:xfrm>
            <a:off x="457200" y="4318000"/>
            <a:ext cx="8229600" cy="2413000"/>
          </a:xfrm>
          <a:prstGeom prst="rect">
            <a:avLst/>
          </a:prstGeom>
          <a:noFill/>
        </p:spPr>
        <p:txBody>
          <a:bodyPr wrap="square">
            <a:spAutoFit/>
          </a:bodyPr>
          <a:lstStyle/>
          <a:p>
            <a:r>
              <a:rPr i="0" sz="1100">
                <a:solidFill>
                  <a:srgbClr val="1F2A37"/>
                </a:solidFill>
              </a:rPr>
              <a:t>1. On Home, move to a title with the arrow keys and press OK (or open Libraries / Search from the top navigation).</a:t>
            </a:r>
          </a:p>
          <a:p>
            <a:r>
              <a:rPr i="0" sz="1100">
                <a:solidFill>
                  <a:srgbClr val="1F2A37"/>
                </a:solidFill>
              </a:rPr>
              <a:t>2. The detail page opens. Select Play (or Resume). A series lists its seasons and episodes.</a:t>
            </a:r>
          </a:p>
          <a:p>
            <a:r>
              <a:rPr i="0" sz="1100">
                <a:solidFill>
                  <a:srgbClr val="1F2A37"/>
                </a:solidFill>
              </a:rPr>
              <a:t>3. Playback is full screen. OK / Up / Down show the controls; Left / Right seek 10 s; Down reaches Audio, Subtitles and Chapters. At the end of an episode, Up Next starts the next one.</a:t>
            </a:r>
          </a:p>
          <a:p>
            <a:r>
              <a:rPr i="0" sz="1100">
                <a:solidFill>
                  <a:srgbClr val="1F2A37"/>
                </a:solidFill>
              </a:rPr>
              <a:t>4. RETURN goes back to the detail page, and again to Home. RETURN on Home opens the "Exit OnScreen?" popup: Exit closes the app (Smart Hub), Cancel stays. EXIT closes the app from anywhere.</a:t>
            </a:r>
          </a:p>
          <a:p>
            <a:r>
              <a:rPr i="0" sz="1000">
                <a:solidFill>
                  <a:srgbClr val="555F6B"/>
                </a:solidFill>
              </a:rPr>
              <a:t>Suggested titles: Sintel (subtitle tracks), Big Buck Bunny (two audio tracks), Caminandes (series, Up Next), a Music album, an audiobook (chapters, speed), Photos (OK starts a slideshow).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Home</a:t>
            </a:r>
          </a:p>
        </p:txBody>
      </p:sp>
      <p:pic>
        <p:nvPicPr>
          <p:cNvPr id="4" name="Picture 3" descr="menu-home.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Top navigation</a:t>
                      </a:r>
                    </a:p>
                  </a:txBody>
                  <a:tcPr marL="38100" marR="38100" marT="19050" marB="19050">
                    <a:solidFill>
                      <a:srgbClr val="FFFFFF"/>
                    </a:solidFill>
                  </a:tcPr>
                </a:tc>
                <a:tc>
                  <a:txBody>
                    <a:bodyPr/>
                    <a:lstStyle/>
                    <a:p>
                      <a:r>
                        <a:rPr i="0" sz="850">
                          <a:solidFill>
                            <a:srgbClr val="1F2A37"/>
                          </a:solidFill>
                        </a:rPr>
                        <a:t>Home, Libraries, Search, Favorites, History, Settings.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Row title</a:t>
                      </a:r>
                    </a:p>
                  </a:txBody>
                  <a:tcPr marL="38100" marR="38100" marT="19050" marB="19050">
                    <a:solidFill>
                      <a:srgbClr val="FFFFFF"/>
                    </a:solidFill>
                  </a:tcPr>
                </a:tc>
                <a:tc>
                  <a:txBody>
                    <a:bodyPr/>
                    <a:lstStyle/>
                    <a:p>
                      <a:r>
                        <a:rPr i="0" sz="850">
                          <a:solidFill>
                            <a:srgbClr val="1F2A37"/>
                          </a:solidFill>
                        </a:rPr>
                        <a:t>Continue Watching (TV, movies, other), Trending, Recently Added, a row per library, Collections.</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The purple frame is the focus. OK opens the title; a Continue Watching card resumes playback.</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Hint</a:t>
                      </a:r>
                    </a:p>
                  </a:txBody>
                  <a:tcPr marL="38100" marR="38100" marT="19050" marB="19050">
                    <a:solidFill>
                      <a:srgbClr val="FFFFFF"/>
                    </a:solidFill>
                  </a:tcPr>
                </a:tc>
                <a:tc>
                  <a:txBody>
                    <a:bodyPr/>
                    <a:lstStyle/>
                    <a:p>
                      <a:r>
                        <a:rPr i="0" sz="850">
                          <a:solidFill>
                            <a:srgbClr val="1F2A37"/>
                          </a:solidFill>
                        </a:rPr>
                        <a:t>Hold OK on a Continue Watching card for its options (remove from the row, open).</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Trending</a:t>
                      </a:r>
                    </a:p>
                  </a:txBody>
                  <a:tcPr marL="38100" marR="38100" marT="19050" marB="19050">
                    <a:solidFill>
                      <a:srgbClr val="FFFFFF"/>
                    </a:solidFill>
                  </a:tcPr>
                </a:tc>
                <a:tc>
                  <a:txBody>
                    <a:bodyPr/>
                    <a:lstStyle/>
                    <a:p>
                      <a:r>
                        <a:rPr i="0" sz="850">
                          <a:solidFill>
                            <a:srgbClr val="1F2A37"/>
                          </a:solidFill>
                        </a:rPr>
                        <a:t>Titles others on the server watched in the last 7 days.</a:t>
                      </a:r>
                    </a:p>
                  </a:txBody>
                  <a:tcPr marL="38100" marR="38100" marT="19050" marB="19050">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Detail (a series)</a:t>
            </a:r>
          </a:p>
        </p:txBody>
      </p:sp>
      <p:pic>
        <p:nvPicPr>
          <p:cNvPr id="4" name="Picture 3" descr="menu-detail.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Poster</a:t>
                      </a:r>
                    </a:p>
                  </a:txBody>
                  <a:tcPr marL="38100" marR="38100" marT="19050" marB="19050">
                    <a:solidFill>
                      <a:srgbClr val="FFFFFF"/>
                    </a:solidFill>
                  </a:tcPr>
                </a:tc>
                <a:tc>
                  <a:txBody>
                    <a:bodyPr/>
                    <a:lstStyle/>
                    <a:p>
                      <a:r>
                        <a:rPr i="0" sz="850">
                          <a:solidFill>
                            <a:srgbClr val="1F2A37"/>
                          </a:solidFill>
                        </a:rPr>
                        <a:t>The title's artwork.</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Title, year, rating and description.</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Play / Resume</a:t>
                      </a:r>
                    </a:p>
                  </a:txBody>
                  <a:tcPr marL="38100" marR="38100" marT="19050" marB="19050">
                    <a:solidFill>
                      <a:srgbClr val="FFFFFF"/>
                    </a:solidFill>
                  </a:tcPr>
                </a:tc>
                <a:tc>
                  <a:txBody>
                    <a:bodyPr/>
                    <a:lstStyle/>
                    <a:p>
                      <a:r>
                        <a:rPr i="0" sz="850">
                          <a:solidFill>
                            <a:srgbClr val="1F2A37"/>
                          </a:solidFill>
                        </a:rPr>
                        <a:t>Plays the next episode, or resumes where the user stopped.</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Actions</a:t>
                      </a:r>
                    </a:p>
                  </a:txBody>
                  <a:tcPr marL="38100" marR="38100" marT="19050" marB="19050">
                    <a:solidFill>
                      <a:srgbClr val="FFFFFF"/>
                    </a:solidFill>
                  </a:tcPr>
                </a:tc>
                <a:tc>
                  <a:txBody>
                    <a:bodyPr/>
                    <a:lstStyle/>
                    <a:p>
                      <a:r>
                        <a:rPr i="0" sz="850">
                          <a:solidFill>
                            <a:srgbClr val="1F2A37"/>
                          </a:solidFill>
                        </a:rPr>
                        <a:t>Mark (all) watched, Favorite, Report a problem (a note to the server's administrator).</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Seasons</a:t>
                      </a:r>
                    </a:p>
                  </a:txBody>
                  <a:tcPr marL="38100" marR="38100" marT="19050" marB="19050">
                    <a:solidFill>
                      <a:srgbClr val="FFFFFF"/>
                    </a:solidFill>
                  </a:tcPr>
                </a:tc>
                <a:tc>
                  <a:txBody>
                    <a:bodyPr/>
                    <a:lstStyle/>
                    <a:p>
                      <a:r>
                        <a:rPr i="0" sz="850">
                          <a:solidFill>
                            <a:srgbClr val="1F2A37"/>
                          </a:solidFill>
                        </a:rPr>
                        <a:t>Selects the season listed below.</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Episodes</a:t>
                      </a:r>
                    </a:p>
                  </a:txBody>
                  <a:tcPr marL="38100" marR="38100" marT="19050" marB="19050">
                    <a:solidFill>
                      <a:srgbClr val="FFFFFF"/>
                    </a:solidFill>
                  </a:tcPr>
                </a:tc>
                <a:tc>
                  <a:txBody>
                    <a:bodyPr/>
                    <a:lstStyle/>
                    <a:p>
                      <a:r>
                        <a:rPr i="0" sz="850">
                          <a:solidFill>
                            <a:srgbClr val="1F2A37"/>
                          </a:solidFill>
                        </a:rPr>
                        <a:t>OK plays the episode; hold OK to mark it watched.</a:t>
                      </a:r>
                    </a:p>
                  </a:txBody>
                  <a:tcPr marL="38100" marR="38100" marT="19050" marB="19050">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Library</a:t>
            </a:r>
          </a:p>
        </p:txBody>
      </p:sp>
      <p:pic>
        <p:nvPicPr>
          <p:cNvPr id="4" name="Picture 3" descr="menu-library.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7620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Library name</a:t>
                      </a:r>
                    </a:p>
                  </a:txBody>
                  <a:tcPr marL="38100" marR="38100" marT="19050" marB="19050">
                    <a:solidFill>
                      <a:srgbClr val="FFFFFF"/>
                    </a:solidFill>
                  </a:tcPr>
                </a:tc>
                <a:tc>
                  <a:txBody>
                    <a:bodyPr/>
                    <a:lstStyle/>
                    <a:p>
                      <a:r>
                        <a:rPr i="0" sz="850">
                          <a:solidFill>
                            <a:srgbClr val="1F2A37"/>
                          </a:solidFill>
                        </a:rPr>
                        <a:t>The library being browsed (opened from Libraries).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Sort / Genre</a:t>
                      </a:r>
                    </a:p>
                  </a:txBody>
                  <a:tcPr marL="38100" marR="38100" marT="19050" marB="19050">
                    <a:solidFill>
                      <a:srgbClr val="FFFFFF"/>
                    </a:solidFill>
                  </a:tcPr>
                </a:tc>
                <a:tc>
                  <a:txBody>
                    <a:bodyPr/>
                    <a:lstStyle/>
                    <a:p>
                      <a:r>
                        <a:rPr i="0" sz="850">
                          <a:solidFill>
                            <a:srgbClr val="1F2A37"/>
                          </a:solidFill>
                        </a:rPr>
                        <a:t>Changes the order (title, year, added ...) and filters by genre.</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Filters</a:t>
                      </a:r>
                    </a:p>
                  </a:txBody>
                  <a:tcPr marL="38100" marR="38100" marT="19050" marB="19050">
                    <a:solidFill>
                      <a:srgbClr val="FFFFFF"/>
                    </a:solidFill>
                  </a:tcPr>
                </a:tc>
                <a:tc>
                  <a:txBody>
                    <a:bodyPr/>
                    <a:lstStyle/>
                    <a:p>
                      <a:r>
                        <a:rPr i="0" sz="850">
                          <a:solidFill>
                            <a:srgbClr val="1F2A37"/>
                          </a:solidFill>
                        </a:rPr>
                        <a:t>All items / Unwatched / In progress / Watched; Surprise me opens a random title.</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OK opens the title. More titles load as the focus moves down.</a:t>
                      </a:r>
                    </a:p>
                  </a:txBody>
                  <a:tcPr marL="38100" marR="38100" marT="19050" marB="19050">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Playback</a:t>
            </a:r>
          </a:p>
        </p:txBody>
      </p:sp>
      <p:pic>
        <p:nvPicPr>
          <p:cNvPr id="4" name="Picture 3" descr="menu-playback.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The title playing.</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Play state</a:t>
                      </a:r>
                    </a:p>
                  </a:txBody>
                  <a:tcPr marL="38100" marR="38100" marT="19050" marB="19050">
                    <a:solidFill>
                      <a:srgbClr val="FFFFFF"/>
                    </a:solidFill>
                  </a:tcPr>
                </a:tc>
                <a:tc>
                  <a:txBody>
                    <a:bodyPr/>
                    <a:lstStyle/>
                    <a:p>
                      <a:r>
                        <a:rPr i="0" sz="850">
                          <a:solidFill>
                            <a:srgbClr val="1F2A37"/>
                          </a:solidFill>
                        </a:rPr>
                        <a:t>Playing / paused, or the seek target while seeking.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Left / Right seek 10 s (with thumbnails while seeking).</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row</a:t>
                      </a:r>
                    </a:p>
                  </a:txBody>
                  <a:tcPr marL="38100" marR="38100" marT="19050" marB="19050">
                    <a:solidFill>
                      <a:srgbClr val="FFFFFF"/>
                    </a:solidFill>
                  </a:tcPr>
                </a:tc>
                <a:tc>
                  <a:txBody>
                    <a:bodyPr/>
                    <a:lstStyle/>
                    <a:p>
                      <a:r>
                        <a:rPr i="0" sz="850">
                          <a:solidFill>
                            <a:srgbClr val="1F2A37"/>
                          </a:solidFill>
                        </a:rPr>
                        <a:t>Audio, Subtitles and Chapters pickers, when the title has them. Down moves here.</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The remote keys this screen uses.</a:t>
                      </a:r>
                    </a:p>
                  </a:txBody>
                  <a:tcPr marL="38100" marR="38100" marT="19050" marB="19050">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Music</a:t>
            </a:r>
          </a:p>
        </p:txBody>
      </p:sp>
      <p:pic>
        <p:nvPicPr>
          <p:cNvPr id="4" name="Picture 3" descr="menu-music.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Album art</a:t>
                      </a:r>
                    </a:p>
                  </a:txBody>
                  <a:tcPr marL="38100" marR="38100" marT="19050" marB="19050">
                    <a:solidFill>
                      <a:srgbClr val="FFFFFF"/>
                    </a:solidFill>
                  </a:tcPr>
                </a:tc>
                <a:tc>
                  <a:txBody>
                    <a:bodyPr/>
                    <a:lstStyle/>
                    <a:p>
                      <a:r>
                        <a:rPr i="0" sz="850">
                          <a:solidFill>
                            <a:srgbClr val="1F2A37"/>
                          </a:solidFill>
                        </a:rPr>
                        <a:t>The album's cover.</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Track title</a:t>
                      </a:r>
                    </a:p>
                  </a:txBody>
                  <a:tcPr marL="38100" marR="38100" marT="19050" marB="19050">
                    <a:solidFill>
                      <a:srgbClr val="FFFFFF"/>
                    </a:solidFill>
                  </a:tcPr>
                </a:tc>
                <a:tc>
                  <a:txBody>
                    <a:bodyPr/>
                    <a:lstStyle/>
                    <a:p>
                      <a:r>
                        <a:rPr i="0" sz="850">
                          <a:solidFill>
                            <a:srgbClr val="1F2A37"/>
                          </a:solidFill>
                        </a:rPr>
                        <a:t>The track playing.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Artist / Album</a:t>
                      </a:r>
                    </a:p>
                  </a:txBody>
                  <a:tcPr marL="38100" marR="38100" marT="19050" marB="19050">
                    <a:solidFill>
                      <a:srgbClr val="FFFFFF"/>
                    </a:solidFill>
                  </a:tcPr>
                </a:tc>
                <a:tc>
                  <a:txBody>
                    <a:bodyPr/>
                    <a:lstStyle/>
                    <a:p>
                      <a:r>
                        <a:rPr i="0" sz="850">
                          <a:solidFill>
                            <a:srgbClr val="1F2A37"/>
                          </a:solidFill>
                        </a:rPr>
                        <a:t>Artist and album.</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 state</a:t>
                      </a:r>
                    </a:p>
                  </a:txBody>
                  <a:tcPr marL="38100" marR="38100" marT="19050" marB="19050">
                    <a:solidFill>
                      <a:srgbClr val="FFFFFF"/>
                    </a:solidFill>
                  </a:tcPr>
                </a:tc>
                <a:tc>
                  <a:txBody>
                    <a:bodyPr/>
                    <a:lstStyle/>
                    <a:p>
                      <a:r>
                        <a:rPr i="0" sz="850">
                          <a:solidFill>
                            <a:srgbClr val="1F2A37"/>
                          </a:solidFill>
                        </a:rPr>
                        <a:t>Track number in the album, and playing / paused.</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the next track starts by itself.</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OK play/pause, Left/Right seek 10 s, CH / FF / REW previous and next track, RETURN exits.</a:t>
                      </a:r>
                    </a:p>
                  </a:txBody>
                  <a:tcPr marL="38100" marR="38100" marT="19050" marB="19050">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Other screens</a:t>
            </a:r>
          </a:p>
        </p:txBody>
      </p:sp>
      <p:graphicFrame>
        <p:nvGraphicFramePr>
          <p:cNvPr id="4" name="Table 3"/>
          <p:cNvGraphicFramePr>
            <a:graphicFrameLocks noGrp="1"/>
          </p:cNvGraphicFramePr>
          <p:nvPr/>
        </p:nvGraphicFramePr>
        <p:xfrm>
          <a:off x="457200" y="2108200"/>
          <a:ext cx="8229600" cy="2438400"/>
        </p:xfrm>
        <a:graphic>
          <a:graphicData uri="http://schemas.openxmlformats.org/drawingml/2006/table">
            <a:tbl>
              <a:tblPr firstRow="1" bandRow="0">
                <a:tableStyleId>{5940675A-B579-460E-94D1-54222C63F5DA}</a:tableStyleId>
              </a:tblPr>
              <a:tblGrid>
                <a:gridCol w="1397000"/>
                <a:gridCol w="6832600"/>
              </a:tblGrid>
              <a:tr h="304800">
                <a:tc>
                  <a:txBody>
                    <a:bodyPr/>
                    <a:lstStyle/>
                    <a:p>
                      <a:r>
                        <a:rPr i="0" b="1" sz="1000">
                          <a:solidFill>
                            <a:srgbClr val="1F2A37"/>
                          </a:solidFill>
                        </a:rPr>
                        <a:t>Screen</a:t>
                      </a:r>
                    </a:p>
                  </a:txBody>
                  <a:tcPr marL="38100" marR="38100" marT="19050" marB="19050">
                    <a:solidFill>
                      <a:srgbClr val="E6E6E6"/>
                    </a:solidFill>
                  </a:tcPr>
                </a:tc>
                <a:tc>
                  <a:txBody>
                    <a:bodyPr/>
                    <a:lstStyle/>
                    <a:p>
                      <a:r>
                        <a:rPr i="0" b="1" sz="1000">
                          <a:solidFill>
                            <a:srgbClr val="1F2A37"/>
                          </a:solidFill>
                        </a:rPr>
                        <a:t>Function</a:t>
                      </a:r>
                    </a:p>
                  </a:txBody>
                  <a:tcPr marL="38100" marR="38100" marT="19050" marB="19050">
                    <a:solidFill>
                      <a:srgbClr val="E6E6E6"/>
                    </a:solidFill>
                  </a:tcPr>
                </a:tc>
              </a:tr>
              <a:tr h="304800">
                <a:tc>
                  <a:txBody>
                    <a:bodyPr/>
                    <a:lstStyle/>
                    <a:p>
                      <a:r>
                        <a:rPr i="0" sz="1000">
                          <a:solidFill>
                            <a:srgbClr val="1F2A37"/>
                          </a:solidFill>
                        </a:rPr>
                        <a:t>Search</a:t>
                      </a:r>
                    </a:p>
                  </a:txBody>
                  <a:tcPr marL="38100" marR="38100" marT="19050" marB="19050">
                    <a:solidFill>
                      <a:srgbClr val="FFFFFF"/>
                    </a:solidFill>
                  </a:tcPr>
                </a:tc>
                <a:tc>
                  <a:txBody>
                    <a:bodyPr/>
                    <a:lstStyle/>
                    <a:p>
                      <a:r>
                        <a:rPr i="0" sz="1000">
                          <a:solidFill>
                            <a:srgbClr val="1F2A37"/>
                          </a:solidFill>
                        </a:rPr>
                        <a:t>On-screen keyboard; results from the user's own libraries. OK opens a result; RETURN keeps the query.</a:t>
                      </a:r>
                    </a:p>
                  </a:txBody>
                  <a:tcPr marL="38100" marR="38100" marT="19050" marB="19050">
                    <a:solidFill>
                      <a:srgbClr val="FFFFFF"/>
                    </a:solidFill>
                  </a:tcPr>
                </a:tc>
              </a:tr>
              <a:tr h="304800">
                <a:tc>
                  <a:txBody>
                    <a:bodyPr/>
                    <a:lstStyle/>
                    <a:p>
                      <a:r>
                        <a:rPr i="0" sz="1000">
                          <a:solidFill>
                            <a:srgbClr val="1F2A37"/>
                          </a:solidFill>
                        </a:rPr>
                        <a:t>Favorites</a:t>
                      </a:r>
                    </a:p>
                  </a:txBody>
                  <a:tcPr marL="38100" marR="38100" marT="19050" marB="19050">
                    <a:solidFill>
                      <a:srgbClr val="FFFFFF"/>
                    </a:solidFill>
                  </a:tcPr>
                </a:tc>
                <a:tc>
                  <a:txBody>
                    <a:bodyPr/>
                    <a:lstStyle/>
                    <a:p>
                      <a:r>
                        <a:rPr i="0" sz="1000">
                          <a:solidFill>
                            <a:srgbClr val="1F2A37"/>
                          </a:solidFill>
                        </a:rPr>
                        <a:t>Titles marked with Favorite. OK opens one.</a:t>
                      </a:r>
                    </a:p>
                  </a:txBody>
                  <a:tcPr marL="38100" marR="38100" marT="19050" marB="19050">
                    <a:solidFill>
                      <a:srgbClr val="FFFFFF"/>
                    </a:solidFill>
                  </a:tcPr>
                </a:tc>
              </a:tr>
              <a:tr h="304800">
                <a:tc>
                  <a:txBody>
                    <a:bodyPr/>
                    <a:lstStyle/>
                    <a:p>
                      <a:r>
                        <a:rPr i="0" sz="1000">
                          <a:solidFill>
                            <a:srgbClr val="1F2A37"/>
                          </a:solidFill>
                        </a:rPr>
                        <a:t>History</a:t>
                      </a:r>
                    </a:p>
                  </a:txBody>
                  <a:tcPr marL="38100" marR="38100" marT="19050" marB="19050">
                    <a:solidFill>
                      <a:srgbClr val="FFFFFF"/>
                    </a:solidFill>
                  </a:tcPr>
                </a:tc>
                <a:tc>
                  <a:txBody>
                    <a:bodyPr/>
                    <a:lstStyle/>
                    <a:p>
                      <a:r>
                        <a:rPr i="0" sz="1000">
                          <a:solidFill>
                            <a:srgbClr val="1F2A37"/>
                          </a:solidFill>
                        </a:rPr>
                        <a:t>What was played recently. OK opens the title.</a:t>
                      </a:r>
                    </a:p>
                  </a:txBody>
                  <a:tcPr marL="38100" marR="38100" marT="19050" marB="19050">
                    <a:solidFill>
                      <a:srgbClr val="FFFFFF"/>
                    </a:solidFill>
                  </a:tcPr>
                </a:tc>
              </a:tr>
              <a:tr h="304800">
                <a:tc>
                  <a:txBody>
                    <a:bodyPr/>
                    <a:lstStyle/>
                    <a:p>
                      <a:r>
                        <a:rPr i="0" sz="1000">
                          <a:solidFill>
                            <a:srgbClr val="1F2A37"/>
                          </a:solidFill>
                        </a:rPr>
                        <a:t>Photo viewer</a:t>
                      </a:r>
                    </a:p>
                  </a:txBody>
                  <a:tcPr marL="38100" marR="38100" marT="19050" marB="19050">
                    <a:solidFill>
                      <a:srgbClr val="FFFFFF"/>
                    </a:solidFill>
                  </a:tcPr>
                </a:tc>
                <a:tc>
                  <a:txBody>
                    <a:bodyPr/>
                    <a:lstStyle/>
                    <a:p>
                      <a:r>
                        <a:rPr i="0" sz="1000">
                          <a:solidFill>
                            <a:srgbClr val="1F2A37"/>
                          </a:solidFill>
                        </a:rPr>
                        <a:t>Full-screen photo. Left / Right: previous / next photo in the album. OK or PLAY: start / stop the slideshow.</a:t>
                      </a:r>
                    </a:p>
                  </a:txBody>
                  <a:tcPr marL="38100" marR="38100" marT="19050" marB="19050">
                    <a:solidFill>
                      <a:srgbClr val="FFFFFF"/>
                    </a:solidFill>
                  </a:tcPr>
                </a:tc>
              </a:tr>
              <a:tr h="304800">
                <a:tc>
                  <a:txBody>
                    <a:bodyPr/>
                    <a:lstStyle/>
                    <a:p>
                      <a:r>
                        <a:rPr i="0" sz="1000">
                          <a:solidFill>
                            <a:srgbClr val="1F2A37"/>
                          </a:solidFill>
                        </a:rPr>
                        <a:t>Audiobook player</a:t>
                      </a:r>
                    </a:p>
                  </a:txBody>
                  <a:tcPr marL="38100" marR="38100" marT="19050" marB="19050">
                    <a:solidFill>
                      <a:srgbClr val="FFFFFF"/>
                    </a:solidFill>
                  </a:tcPr>
                </a:tc>
                <a:tc>
                  <a:txBody>
                    <a:bodyPr/>
                    <a:lstStyle/>
                    <a:p>
                      <a:r>
                        <a:rPr i="0" sz="1000">
                          <a:solidFill>
                            <a:srgbClr val="1F2A37"/>
                          </a:solidFill>
                        </a:rPr>
                        <a:t>Like the music player, by chapter; Speed sets 0.5x to 3x.</a:t>
                      </a:r>
                    </a:p>
                  </a:txBody>
                  <a:tcPr marL="38100" marR="38100" marT="19050" marB="19050">
                    <a:solidFill>
                      <a:srgbClr val="FFFFFF"/>
                    </a:solidFill>
                  </a:tcPr>
                </a:tc>
              </a:tr>
              <a:tr h="304800">
                <a:tc>
                  <a:txBody>
                    <a:bodyPr/>
                    <a:lstStyle/>
                    <a:p>
                      <a:r>
                        <a:rPr i="0" sz="1000">
                          <a:solidFill>
                            <a:srgbClr val="1F2A37"/>
                          </a:solidFill>
                        </a:rPr>
                        <a:t>Settings</a:t>
                      </a:r>
                    </a:p>
                  </a:txBody>
                  <a:tcPr marL="38100" marR="38100" marT="19050" marB="19050">
                    <a:solidFill>
                      <a:srgbClr val="FFFFFF"/>
                    </a:solidFill>
                  </a:tcPr>
                </a:tc>
                <a:tc>
                  <a:txBody>
                    <a:bodyPr/>
                    <a:lstStyle/>
                    <a:p>
                      <a:r>
                        <a:rPr i="0" sz="1000">
                          <a:solidFill>
                            <a:srgbClr val="1F2A37"/>
                          </a:solidFill>
                        </a:rPr>
                        <a:t>Audio language, subtitle language, forced subtitles only; optional ListenBrainz / Last.fm / Trakt link; privacy policy (QR code); About (version); Sign out; Forget server.</a:t>
                      </a:r>
                    </a:p>
                  </a:txBody>
                  <a:tcPr marL="38100" marR="38100" marT="19050" marB="19050">
                    <a:solidFill>
                      <a:srgbClr val="FFFFFF"/>
                    </a:solidFill>
                  </a:tcPr>
                </a:tc>
              </a:tr>
              <a:tr h="304800">
                <a:tc>
                  <a:txBody>
                    <a:bodyPr/>
                    <a:lstStyle/>
                    <a:p>
                      <a:r>
                        <a:rPr i="0" sz="1000">
                          <a:solidFill>
                            <a:srgbClr val="1F2A37"/>
                          </a:solidFill>
                        </a:rPr>
                        <a:t>Live TV / Recordings</a:t>
                      </a:r>
                    </a:p>
                  </a:txBody>
                  <a:tcPr marL="38100" marR="38100" marT="19050" marB="19050">
                    <a:solidFill>
                      <a:srgbClr val="FFFFFF"/>
                    </a:solidFill>
                  </a:tcPr>
                </a:tc>
                <a:tc>
                  <a:txBody>
                    <a:bodyPr/>
                    <a:lstStyle/>
                    <a:p>
                      <a:r>
                        <a:rPr i="0" sz="1000">
                          <a:solidFill>
                            <a:srgbClr val="1F2A37"/>
                          </a:solidFill>
                        </a:rPr>
                        <a:t>Only when the user's server has a TV tuner. The test server has none, so these screens do not appear.</a:t>
                      </a:r>
                    </a:p>
                  </a:txBody>
                  <a:tcPr marL="38100" marR="38100" marT="19050" marB="19050">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Key Policy</a:t>
            </a:r>
          </a:p>
        </p:txBody>
      </p:sp>
      <p:sp>
        <p:nvSpPr>
          <p:cNvPr id="201" name="Google Shape;201;p25"/>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090"/>
              <a:buChar char="⚫"/>
            </a:pPr>
            <a:r>
              <a:rPr i="0" sz="1400">
                <a:solidFill>
                  <a:srgbClr val="1F2A37"/>
                </a:solidFill>
              </a:rPr>
              <a:t>OnScreen's remote-key behaviour on every screen and in the player.</a:t>
            </a:r>
          </a:p>
        </p:txBody>
      </p:sp>
      <p:graphicFrame>
        <p:nvGraphicFramePr>
          <p:cNvPr id="202" name="Table 201"/>
          <p:cNvGraphicFramePr>
            <a:graphicFrameLocks noGrp="1"/>
          </p:cNvGraphicFramePr>
          <p:nvPr/>
        </p:nvGraphicFramePr>
        <p:xfrm>
          <a:off x="457200" y="2311400"/>
          <a:ext cx="8229600" cy="2641600"/>
        </p:xfrm>
        <a:graphic>
          <a:graphicData uri="http://schemas.openxmlformats.org/drawingml/2006/table">
            <a:tbl>
              <a:tblPr firstRow="1" bandRow="0">
                <a:tableStyleId>{5940675A-B579-460E-94D1-54222C63F5DA}</a:tableStyleId>
              </a:tblPr>
              <a:tblGrid>
                <a:gridCol w="1397000"/>
                <a:gridCol w="5308600"/>
                <a:gridCol w="1524000"/>
              </a:tblGrid>
              <a:tr h="203200">
                <a:tc>
                  <a:txBody>
                    <a:bodyPr/>
                    <a:lstStyle/>
                    <a:p>
                      <a:r>
                        <a:rPr i="0" b="1" sz="900">
                          <a:solidFill>
                            <a:srgbClr val="1F2A37"/>
                          </a:solidFill>
                        </a:rPr>
                        <a:t>Button</a:t>
                      </a:r>
                    </a:p>
                  </a:txBody>
                  <a:tcPr marL="38100" marR="38100" marT="19050" marB="19050">
                    <a:solidFill>
                      <a:srgbClr val="E6E6E6"/>
                    </a:solidFill>
                  </a:tcPr>
                </a:tc>
                <a:tc>
                  <a:txBody>
                    <a:bodyPr/>
                    <a:lstStyle/>
                    <a:p>
                      <a:r>
                        <a:rPr i="0" b="1" sz="900">
                          <a:solidFill>
                            <a:srgbClr val="1F2A37"/>
                          </a:solidFill>
                        </a:rPr>
                        <a:t>Action</a:t>
                      </a:r>
                    </a:p>
                  </a:txBody>
                  <a:tcPr marL="38100" marR="38100" marT="19050" marB="19050">
                    <a:solidFill>
                      <a:srgbClr val="E6E6E6"/>
                    </a:solidFill>
                  </a:tcPr>
                </a:tc>
                <a:tc>
                  <a:txBody>
                    <a:bodyPr/>
                    <a:lstStyle/>
                    <a:p>
                      <a:r>
                        <a:rPr i="0" b="1" sz="900">
                          <a:solidFill>
                            <a:srgbClr val="1F2A37"/>
                          </a:solidFill>
                        </a:rPr>
                        <a:t>Remarks</a:t>
                      </a:r>
                    </a:p>
                  </a:txBody>
                  <a:tcPr marL="38100" marR="38100" marT="19050" marB="19050">
                    <a:solidFill>
                      <a:srgbClr val="E6E6E6"/>
                    </a:solidFill>
                  </a:tcPr>
                </a:tc>
              </a:tr>
              <a:tr h="203200">
                <a:tc>
                  <a:txBody>
                    <a:bodyPr/>
                    <a:lstStyle/>
                    <a:p>
                      <a:r>
                        <a:rPr i="0" sz="900">
                          <a:solidFill>
                            <a:srgbClr val="1F2A37"/>
                          </a:solidFill>
                        </a:rPr>
                        <a:t>ENTER (OK)</a:t>
                      </a:r>
                    </a:p>
                  </a:txBody>
                  <a:tcPr marL="38100" marR="38100" marT="19050" marB="19050">
                    <a:solidFill>
                      <a:srgbClr val="FFFFFF"/>
                    </a:solidFill>
                  </a:tcPr>
                </a:tc>
                <a:tc>
                  <a:txBody>
                    <a:bodyPr/>
                    <a:lstStyle/>
                    <a:p>
                      <a:r>
                        <a:rPr i="0" sz="900">
                          <a:solidFill>
                            <a:srgbClr val="1F2A37"/>
                          </a:solidFill>
                        </a:rPr>
                        <a:t>Select the focused item. Hold on a card: options. Player: show the controls / play-pause.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UP / DOWN / LEFT / RIGHT</a:t>
                      </a:r>
                    </a:p>
                  </a:txBody>
                  <a:tcPr marL="38100" marR="38100" marT="19050" marB="19050">
                    <a:solidFill>
                      <a:srgbClr val="FFFFFF"/>
                    </a:solidFill>
                  </a:tcPr>
                </a:tc>
                <a:tc>
                  <a:txBody>
                    <a:bodyPr/>
                    <a:lstStyle/>
                    <a:p>
                      <a:r>
                        <a:rPr i="0" sz="900">
                          <a:solidFill>
                            <a:srgbClr val="1F2A37"/>
                          </a:solidFill>
                        </a:rPr>
                        <a:t>Move the focus. Player with the controls hidden: LEFT / RIGHT seek 10 s; UP / DOWN show the controls.</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b="1" sz="900">
                          <a:solidFill>
                            <a:srgbClr val="D00000"/>
                          </a:solidFill>
                        </a:rPr>
                        <a:t>RETURN</a:t>
                      </a:r>
                    </a:p>
                  </a:txBody>
                  <a:tcPr marL="38100" marR="38100" marT="19050" marB="19050">
                    <a:solidFill>
                      <a:srgbClr val="FFFFFF"/>
                    </a:solidFill>
                  </a:tcPr>
                </a:tc>
                <a:tc>
                  <a:txBody>
                    <a:bodyPr/>
                    <a:lstStyle/>
                    <a:p>
                      <a:r>
                        <a:rPr i="0" b="1" sz="900">
                          <a:solidFill>
                            <a:srgbClr val="D00000"/>
                          </a:solidFill>
                        </a:rPr>
                        <a:t>Previous page. On Home and the first-launch screens: closes the app to Smart Hub. Player: closes an open menu or Up Next first, then back to the detail page.</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b="1" sz="900">
                          <a:solidFill>
                            <a:srgbClr val="D00000"/>
                          </a:solidFill>
                        </a:rPr>
                        <a:t>EXIT</a:t>
                      </a:r>
                    </a:p>
                  </a:txBody>
                  <a:tcPr marL="38100" marR="38100" marT="19050" marB="19050">
                    <a:solidFill>
                      <a:srgbClr val="FFFFFF"/>
                    </a:solidFill>
                  </a:tcPr>
                </a:tc>
                <a:tc>
                  <a:txBody>
                    <a:bodyPr/>
                    <a:lstStyle/>
                    <a:p>
                      <a:r>
                        <a:rPr i="0" b="1" sz="900">
                          <a:solidFill>
                            <a:srgbClr val="D00000"/>
                          </a:solidFill>
                        </a:rPr>
                        <a:t>Close the app.</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sz="900">
                          <a:solidFill>
                            <a:srgbClr val="1F2A37"/>
                          </a:solidFill>
                        </a:rPr>
                        <a:t>PLAY / PAUSE</a:t>
                      </a:r>
                    </a:p>
                  </a:txBody>
                  <a:tcPr marL="38100" marR="38100" marT="19050" marB="19050">
                    <a:solidFill>
                      <a:srgbClr val="FFFFFF"/>
                    </a:solidFill>
                  </a:tcPr>
                </a:tc>
                <a:tc>
                  <a:txBody>
                    <a:bodyPr/>
                    <a:lstStyle/>
                    <a:p>
                      <a:r>
                        <a:rPr i="0" sz="900">
                          <a:solidFill>
                            <a:srgbClr val="1F2A37"/>
                          </a:solidFill>
                        </a:rPr>
                        <a:t>Player: play, pause (PLAY/PAUSE toggles). Photos: start / stop the slideshow.</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STOP</a:t>
                      </a:r>
                    </a:p>
                  </a:txBody>
                  <a:tcPr marL="38100" marR="38100" marT="19050" marB="19050">
                    <a:solidFill>
                      <a:srgbClr val="FFFFFF"/>
                    </a:solidFill>
                  </a:tcPr>
                </a:tc>
                <a:tc>
                  <a:txBody>
                    <a:bodyPr/>
                    <a:lstStyle/>
                    <a:p>
                      <a:r>
                        <a:rPr i="0" sz="900">
                          <a:solidFill>
                            <a:srgbClr val="1F2A37"/>
                          </a:solidFill>
                        </a:rPr>
                        <a:t>Player: 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FF / REW</a:t>
                      </a:r>
                    </a:p>
                  </a:txBody>
                  <a:tcPr marL="38100" marR="38100" marT="19050" marB="19050">
                    <a:solidFill>
                      <a:srgbClr val="FFFFFF"/>
                    </a:solidFill>
                  </a:tcPr>
                </a:tc>
                <a:tc>
                  <a:txBody>
                    <a:bodyPr/>
                    <a:lstStyle/>
                    <a:p>
                      <a:r>
                        <a:rPr i="0" sz="900">
                          <a:solidFill>
                            <a:srgbClr val="1F2A37"/>
                          </a:solidFill>
                        </a:rPr>
                        <a:t>Video and audiobooks: forward / back 30 s. Music: next / previous track.</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CH UP / DOWN</a:t>
                      </a:r>
                    </a:p>
                  </a:txBody>
                  <a:tcPr marL="38100" marR="38100" marT="19050" marB="19050">
                    <a:solidFill>
                      <a:srgbClr val="FFFFFF"/>
                    </a:solidFill>
                  </a:tcPr>
                </a:tc>
                <a:tc>
                  <a:txBody>
                    <a:bodyPr/>
                    <a:lstStyle/>
                    <a:p>
                      <a:r>
                        <a:rPr i="0" sz="900">
                          <a:solidFill>
                            <a:srgbClr val="1F2A37"/>
                          </a:solidFill>
                        </a:rPr>
                        <a:t>Player: next / previous track, audiobook chapter or episode (or chapter of a film). Live TV: next / previous channel.</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RED / GREEN</a:t>
                      </a:r>
                    </a:p>
                  </a:txBody>
                  <a:tcPr marL="38100" marR="38100" marT="19050" marB="19050">
                    <a:solidFill>
                      <a:srgbClr val="FFFFFF"/>
                    </a:solidFill>
                  </a:tcPr>
                </a:tc>
                <a:tc>
                  <a:txBody>
                    <a:bodyPr/>
                    <a:lstStyle/>
                    <a:p>
                      <a:r>
                        <a:rPr i="0" sz="900">
                          <a:solidFill>
                            <a:srgbClr val="1F2A37"/>
                          </a:solidFill>
                        </a:rPr>
                        <a:t>Player: previous / next chapter.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YELLOW / BLUE</a:t>
                      </a:r>
                    </a:p>
                  </a:txBody>
                  <a:tcPr marL="38100" marR="38100" marT="19050" marB="19050">
                    <a:solidFill>
                      <a:srgbClr val="FFFFFF"/>
                    </a:solidFill>
                  </a:tcPr>
                </a:tc>
                <a:tc>
                  <a:txBody>
                    <a:bodyPr/>
                    <a:lstStyle/>
                    <a:p>
                      <a:r>
                        <a:rPr i="0" sz="900">
                          <a:solidFill>
                            <a:srgbClr val="1F2A37"/>
                          </a:solidFill>
                        </a:rPr>
                        <a:t>Player: open the Audio / Subtitles picker.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0-9</a:t>
                      </a:r>
                    </a:p>
                  </a:txBody>
                  <a:tcPr marL="38100" marR="38100" marT="19050" marB="19050">
                    <a:solidFill>
                      <a:srgbClr val="FFFFFF"/>
                    </a:solidFill>
                  </a:tcPr>
                </a:tc>
                <a:tc>
                  <a:txBody>
                    <a:bodyPr/>
                    <a:lstStyle/>
                    <a:p>
                      <a:r>
                        <a:rPr i="0" sz="900">
                          <a:solidFill>
                            <a:srgbClr val="1F2A37"/>
                          </a:solidFill>
                        </a:rPr>
                        <a:t>N/R</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VOLUME / MUTE</a:t>
                      </a:r>
                    </a:p>
                  </a:txBody>
                  <a:tcPr marL="38100" marR="38100" marT="19050" marB="19050">
                    <a:solidFill>
                      <a:srgbClr val="FFFFFF"/>
                    </a:solidFill>
                  </a:tcPr>
                </a:tc>
                <a:tc>
                  <a:txBody>
                    <a:bodyPr/>
                    <a:lstStyle/>
                    <a:p>
                      <a:r>
                        <a:rPr i="0" sz="900">
                          <a:solidFill>
                            <a:srgbClr val="1F2A37"/>
                          </a:solidFill>
                        </a:rPr>
                        <a:t>Handled by the TV (system volume OSD).</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How to change languages</a:t>
            </a:r>
            <a:endParaRPr/>
          </a:p>
        </p:txBody>
      </p:sp>
      <p:graphicFrame>
        <p:nvGraphicFramePr>
          <p:cNvPr id="208" name="Table 207"/>
          <p:cNvGraphicFramePr>
            <a:graphicFrameLocks noGrp="1"/>
          </p:cNvGraphicFramePr>
          <p:nvPr/>
        </p:nvGraphicFramePr>
        <p:xfrm>
          <a:off x="457200" y="2032000"/>
          <a:ext cx="8229600" cy="5588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200">
                          <a:solidFill>
                            <a:srgbClr val="1F2A37"/>
                          </a:solidFill>
                        </a:rPr>
                        <a:t>Items</a:t>
                      </a:r>
                    </a:p>
                  </a:txBody>
                  <a:tcPr marL="38100" marR="38100" marT="19050" marB="19050">
                    <a:solidFill>
                      <a:srgbClr val="E6E6E6"/>
                    </a:solidFill>
                  </a:tcPr>
                </a:tc>
                <a:tc>
                  <a:txBody>
                    <a:bodyPr/>
                    <a:lstStyle/>
                    <a:p>
                      <a:r>
                        <a:rPr i="0" b="1" sz="1200">
                          <a:solidFill>
                            <a:srgbClr val="1F2A37"/>
                          </a:solidFill>
                        </a:rPr>
                        <a:t>Contents</a:t>
                      </a:r>
                    </a:p>
                  </a:txBody>
                  <a:tcPr marL="38100" marR="38100" marT="19050" marB="19050">
                    <a:solidFill>
                      <a:srgbClr val="E6E6E6"/>
                    </a:solidFill>
                  </a:tcPr>
                </a:tc>
              </a:tr>
              <a:tr h="279400">
                <a:tc>
                  <a:txBody>
                    <a:bodyPr/>
                    <a:lstStyle/>
                    <a:p>
                      <a:r>
                        <a:rPr i="0" sz="1200">
                          <a:solidFill>
                            <a:srgbClr val="1F2A37"/>
                          </a:solidFill>
                        </a:rPr>
                        <a:t>How to change languages</a:t>
                      </a:r>
                    </a:p>
                  </a:txBody>
                  <a:tcPr marL="38100" marR="38100" marT="19050" marB="19050">
                    <a:solidFill>
                      <a:srgbClr val="FFFFFF"/>
                    </a:solidFill>
                  </a:tcPr>
                </a:tc>
                <a:tc>
                  <a:txBody>
                    <a:bodyPr/>
                    <a:lstStyle/>
                    <a:p>
                      <a:r>
                        <a:rPr i="0" sz="1200">
                          <a:solidFill>
                            <a:srgbClr val="1F2A37"/>
                          </a:solidFill>
                        </a:rPr>
                        <a:t>Not applicable: the app's menus are in English only. With another TV menu language (Settings &gt; General &gt; System Manager &gt; Language) the app stays in English, with no broken layout or missing text. Titles and descriptions come from the user's server in the language of its metadata. Audio and subtitle track languages are chosen in the player or in the app's Settings (Audio language, Subtitle language).</a:t>
                      </a:r>
                    </a:p>
                  </a:txBody>
                  <a:tcPr marL="38100" marR="38100" marT="19050" marB="19050">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